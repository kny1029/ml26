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86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8" r:id="rId18"/>
    <p:sldId id="270" r:id="rId19"/>
    <p:sldId id="273" r:id="rId20"/>
    <p:sldId id="274" r:id="rId21"/>
    <p:sldId id="272" r:id="rId22"/>
    <p:sldId id="275" r:id="rId23"/>
    <p:sldId id="276" r:id="rId24"/>
    <p:sldId id="280" r:id="rId25"/>
    <p:sldId id="282" r:id="rId26"/>
    <p:sldId id="281" r:id="rId27"/>
    <p:sldId id="279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9F0869-59B0-4B68-AAE0-F380945DD3AA}" v="785" dt="2026-04-13T00:40:45.4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N HYUN KIL" userId="d5bffe1d-586f-4b28-9005-eb11788ec385" providerId="ADAL" clId="{28E738DF-29E1-46A8-86AB-86F3687E81D9}"/>
    <pc:docChg chg="undo custSel addSld delSld modSld">
      <pc:chgData name="SHIN HYUN KIL" userId="d5bffe1d-586f-4b28-9005-eb11788ec385" providerId="ADAL" clId="{28E738DF-29E1-46A8-86AB-86F3687E81D9}" dt="2026-04-13T00:45:39.550" v="4817" actId="1035"/>
      <pc:docMkLst>
        <pc:docMk/>
      </pc:docMkLst>
      <pc:sldChg chg="modSp new mod">
        <pc:chgData name="SHIN HYUN KIL" userId="d5bffe1d-586f-4b28-9005-eb11788ec385" providerId="ADAL" clId="{28E738DF-29E1-46A8-86AB-86F3687E81D9}" dt="2026-04-13T00:18:52.898" v="3539" actId="20577"/>
        <pc:sldMkLst>
          <pc:docMk/>
          <pc:sldMk cId="734454391" sldId="256"/>
        </pc:sldMkLst>
        <pc:spChg chg="mod">
          <ac:chgData name="SHIN HYUN KIL" userId="d5bffe1d-586f-4b28-9005-eb11788ec385" providerId="ADAL" clId="{28E738DF-29E1-46A8-86AB-86F3687E81D9}" dt="2026-04-09T12:57:21.326" v="68" actId="20577"/>
          <ac:spMkLst>
            <pc:docMk/>
            <pc:sldMk cId="734454391" sldId="256"/>
            <ac:spMk id="2" creationId="{9849BE10-5512-5003-1DF0-9D00C265C40F}"/>
          </ac:spMkLst>
        </pc:spChg>
        <pc:spChg chg="mod">
          <ac:chgData name="SHIN HYUN KIL" userId="d5bffe1d-586f-4b28-9005-eb11788ec385" providerId="ADAL" clId="{28E738DF-29E1-46A8-86AB-86F3687E81D9}" dt="2026-04-13T00:18:52.898" v="3539" actId="20577"/>
          <ac:spMkLst>
            <pc:docMk/>
            <pc:sldMk cId="734454391" sldId="256"/>
            <ac:spMk id="3" creationId="{CE83CC2A-00DA-8823-B11F-6F08C64B0E85}"/>
          </ac:spMkLst>
        </pc:spChg>
      </pc:sldChg>
      <pc:sldChg chg="addSp delSp modSp new mod">
        <pc:chgData name="SHIN HYUN KIL" userId="d5bffe1d-586f-4b28-9005-eb11788ec385" providerId="ADAL" clId="{28E738DF-29E1-46A8-86AB-86F3687E81D9}" dt="2026-04-12T08:10:13.513" v="2452" actId="1076"/>
        <pc:sldMkLst>
          <pc:docMk/>
          <pc:sldMk cId="3765038136" sldId="257"/>
        </pc:sldMkLst>
        <pc:spChg chg="add mod">
          <ac:chgData name="SHIN HYUN KIL" userId="d5bffe1d-586f-4b28-9005-eb11788ec385" providerId="ADAL" clId="{28E738DF-29E1-46A8-86AB-86F3687E81D9}" dt="2026-04-12T08:10:13.513" v="2452" actId="1076"/>
          <ac:spMkLst>
            <pc:docMk/>
            <pc:sldMk cId="3765038136" sldId="257"/>
            <ac:spMk id="3" creationId="{AFC8855F-9EF6-822B-0EED-EC744A8DE17B}"/>
          </ac:spMkLst>
        </pc:spChg>
        <pc:picChg chg="add mod">
          <ac:chgData name="SHIN HYUN KIL" userId="d5bffe1d-586f-4b28-9005-eb11788ec385" providerId="ADAL" clId="{28E738DF-29E1-46A8-86AB-86F3687E81D9}" dt="2026-04-09T13:04:27.409" v="222" actId="1076"/>
          <ac:picMkLst>
            <pc:docMk/>
            <pc:sldMk cId="3765038136" sldId="257"/>
            <ac:picMk id="5" creationId="{4C0B6CD0-D108-E33C-7084-6AB438C97AF0}"/>
          </ac:picMkLst>
        </pc:picChg>
        <pc:picChg chg="add mod">
          <ac:chgData name="SHIN HYUN KIL" userId="d5bffe1d-586f-4b28-9005-eb11788ec385" providerId="ADAL" clId="{28E738DF-29E1-46A8-86AB-86F3687E81D9}" dt="2026-04-09T13:02:45.951" v="206" actId="1076"/>
          <ac:picMkLst>
            <pc:docMk/>
            <pc:sldMk cId="3765038136" sldId="257"/>
            <ac:picMk id="7" creationId="{FBA0ABA9-1DEE-8C0A-9C13-201DA3A1A3CD}"/>
          </ac:picMkLst>
        </pc:picChg>
      </pc:sldChg>
      <pc:sldChg chg="addSp delSp modSp new mod">
        <pc:chgData name="SHIN HYUN KIL" userId="d5bffe1d-586f-4b28-9005-eb11788ec385" providerId="ADAL" clId="{28E738DF-29E1-46A8-86AB-86F3687E81D9}" dt="2026-04-12T08:10:33.455" v="2491" actId="20577"/>
        <pc:sldMkLst>
          <pc:docMk/>
          <pc:sldMk cId="16297677" sldId="258"/>
        </pc:sldMkLst>
        <pc:spChg chg="add mod">
          <ac:chgData name="SHIN HYUN KIL" userId="d5bffe1d-586f-4b28-9005-eb11788ec385" providerId="ADAL" clId="{28E738DF-29E1-46A8-86AB-86F3687E81D9}" dt="2026-04-12T08:10:33.455" v="2491" actId="20577"/>
          <ac:spMkLst>
            <pc:docMk/>
            <pc:sldMk cId="16297677" sldId="258"/>
            <ac:spMk id="2" creationId="{B1B2060C-C417-FFF0-BB49-A3CF88F7F780}"/>
          </ac:spMkLst>
        </pc:spChg>
        <pc:picChg chg="add mod">
          <ac:chgData name="SHIN HYUN KIL" userId="d5bffe1d-586f-4b28-9005-eb11788ec385" providerId="ADAL" clId="{28E738DF-29E1-46A8-86AB-86F3687E81D9}" dt="2026-04-12T08:09:25.566" v="2450" actId="1076"/>
          <ac:picMkLst>
            <pc:docMk/>
            <pc:sldMk cId="16297677" sldId="258"/>
            <ac:picMk id="5" creationId="{473452D6-9721-E1FB-6B43-700CAC66AD3D}"/>
          </ac:picMkLst>
        </pc:picChg>
      </pc:sldChg>
      <pc:sldChg chg="addSp delSp modSp new mod">
        <pc:chgData name="SHIN HYUN KIL" userId="d5bffe1d-586f-4b28-9005-eb11788ec385" providerId="ADAL" clId="{28E738DF-29E1-46A8-86AB-86F3687E81D9}" dt="2026-04-10T02:11:42.194" v="711" actId="478"/>
        <pc:sldMkLst>
          <pc:docMk/>
          <pc:sldMk cId="966408695" sldId="259"/>
        </pc:sldMkLst>
        <pc:picChg chg="add mod">
          <ac:chgData name="SHIN HYUN KIL" userId="d5bffe1d-586f-4b28-9005-eb11788ec385" providerId="ADAL" clId="{28E738DF-29E1-46A8-86AB-86F3687E81D9}" dt="2026-04-10T02:11:14.475" v="642" actId="1076"/>
          <ac:picMkLst>
            <pc:docMk/>
            <pc:sldMk cId="966408695" sldId="259"/>
            <ac:picMk id="5" creationId="{9F4EC5FE-32A0-F280-3ABC-2EC0AB9D9712}"/>
          </ac:picMkLst>
        </pc:picChg>
      </pc:sldChg>
      <pc:sldChg chg="addSp delSp new mod">
        <pc:chgData name="SHIN HYUN KIL" userId="d5bffe1d-586f-4b28-9005-eb11788ec385" providerId="ADAL" clId="{28E738DF-29E1-46A8-86AB-86F3687E81D9}" dt="2026-04-09T13:04:56.526" v="224" actId="22"/>
        <pc:sldMkLst>
          <pc:docMk/>
          <pc:sldMk cId="1429493197" sldId="260"/>
        </pc:sldMkLst>
        <pc:picChg chg="add">
          <ac:chgData name="SHIN HYUN KIL" userId="d5bffe1d-586f-4b28-9005-eb11788ec385" providerId="ADAL" clId="{28E738DF-29E1-46A8-86AB-86F3687E81D9}" dt="2026-04-09T13:04:56.526" v="224" actId="22"/>
          <ac:picMkLst>
            <pc:docMk/>
            <pc:sldMk cId="1429493197" sldId="260"/>
            <ac:picMk id="7" creationId="{1AF0F625-9629-049B-6B34-636E1021B582}"/>
          </ac:picMkLst>
        </pc:picChg>
      </pc:sldChg>
      <pc:sldChg chg="addSp delSp new mod">
        <pc:chgData name="SHIN HYUN KIL" userId="d5bffe1d-586f-4b28-9005-eb11788ec385" providerId="ADAL" clId="{28E738DF-29E1-46A8-86AB-86F3687E81D9}" dt="2026-04-09T13:05:18.536" v="227" actId="22"/>
        <pc:sldMkLst>
          <pc:docMk/>
          <pc:sldMk cId="3929179678" sldId="261"/>
        </pc:sldMkLst>
        <pc:picChg chg="add">
          <ac:chgData name="SHIN HYUN KIL" userId="d5bffe1d-586f-4b28-9005-eb11788ec385" providerId="ADAL" clId="{28E738DF-29E1-46A8-86AB-86F3687E81D9}" dt="2026-04-09T13:05:18.536" v="227" actId="22"/>
          <ac:picMkLst>
            <pc:docMk/>
            <pc:sldMk cId="3929179678" sldId="261"/>
            <ac:picMk id="5" creationId="{F6704DBF-85CF-BFD0-1C73-7D5FE434E1CD}"/>
          </ac:picMkLst>
        </pc:picChg>
      </pc:sldChg>
      <pc:sldChg chg="addSp delSp new mod">
        <pc:chgData name="SHIN HYUN KIL" userId="d5bffe1d-586f-4b28-9005-eb11788ec385" providerId="ADAL" clId="{28E738DF-29E1-46A8-86AB-86F3687E81D9}" dt="2026-04-09T13:05:42.139" v="230" actId="22"/>
        <pc:sldMkLst>
          <pc:docMk/>
          <pc:sldMk cId="2157711507" sldId="262"/>
        </pc:sldMkLst>
        <pc:picChg chg="add">
          <ac:chgData name="SHIN HYUN KIL" userId="d5bffe1d-586f-4b28-9005-eb11788ec385" providerId="ADAL" clId="{28E738DF-29E1-46A8-86AB-86F3687E81D9}" dt="2026-04-09T13:05:42.139" v="230" actId="22"/>
          <ac:picMkLst>
            <pc:docMk/>
            <pc:sldMk cId="2157711507" sldId="262"/>
            <ac:picMk id="5" creationId="{A673E496-A18F-F98A-3102-700179BC4B02}"/>
          </ac:picMkLst>
        </pc:picChg>
      </pc:sldChg>
      <pc:sldChg chg="addSp delSp new mod">
        <pc:chgData name="SHIN HYUN KIL" userId="d5bffe1d-586f-4b28-9005-eb11788ec385" providerId="ADAL" clId="{28E738DF-29E1-46A8-86AB-86F3687E81D9}" dt="2026-04-09T13:06:04.986" v="233" actId="22"/>
        <pc:sldMkLst>
          <pc:docMk/>
          <pc:sldMk cId="1798153088" sldId="263"/>
        </pc:sldMkLst>
        <pc:picChg chg="add">
          <ac:chgData name="SHIN HYUN KIL" userId="d5bffe1d-586f-4b28-9005-eb11788ec385" providerId="ADAL" clId="{28E738DF-29E1-46A8-86AB-86F3687E81D9}" dt="2026-04-09T13:06:04.986" v="233" actId="22"/>
          <ac:picMkLst>
            <pc:docMk/>
            <pc:sldMk cId="1798153088" sldId="263"/>
            <ac:picMk id="5" creationId="{363BF5CF-E58F-2D17-6BB2-520F6D82FE41}"/>
          </ac:picMkLst>
        </pc:picChg>
      </pc:sldChg>
      <pc:sldChg chg="addSp delSp new mod">
        <pc:chgData name="SHIN HYUN KIL" userId="d5bffe1d-586f-4b28-9005-eb11788ec385" providerId="ADAL" clId="{28E738DF-29E1-46A8-86AB-86F3687E81D9}" dt="2026-04-09T13:06:24.700" v="236" actId="22"/>
        <pc:sldMkLst>
          <pc:docMk/>
          <pc:sldMk cId="480085050" sldId="264"/>
        </pc:sldMkLst>
        <pc:picChg chg="add">
          <ac:chgData name="SHIN HYUN KIL" userId="d5bffe1d-586f-4b28-9005-eb11788ec385" providerId="ADAL" clId="{28E738DF-29E1-46A8-86AB-86F3687E81D9}" dt="2026-04-09T13:06:24.700" v="236" actId="22"/>
          <ac:picMkLst>
            <pc:docMk/>
            <pc:sldMk cId="480085050" sldId="264"/>
            <ac:picMk id="5" creationId="{9A2F34CA-81C1-55D0-CAFB-2A88EC6CF3B3}"/>
          </ac:picMkLst>
        </pc:picChg>
      </pc:sldChg>
      <pc:sldChg chg="addSp delSp new mod">
        <pc:chgData name="SHIN HYUN KIL" userId="d5bffe1d-586f-4b28-9005-eb11788ec385" providerId="ADAL" clId="{28E738DF-29E1-46A8-86AB-86F3687E81D9}" dt="2026-04-09T13:07:04.216" v="239" actId="22"/>
        <pc:sldMkLst>
          <pc:docMk/>
          <pc:sldMk cId="657955208" sldId="265"/>
        </pc:sldMkLst>
        <pc:picChg chg="add">
          <ac:chgData name="SHIN HYUN KIL" userId="d5bffe1d-586f-4b28-9005-eb11788ec385" providerId="ADAL" clId="{28E738DF-29E1-46A8-86AB-86F3687E81D9}" dt="2026-04-09T13:07:04.216" v="239" actId="22"/>
          <ac:picMkLst>
            <pc:docMk/>
            <pc:sldMk cId="657955208" sldId="265"/>
            <ac:picMk id="5" creationId="{D1F507FC-0780-A727-6D27-485CAB68EBED}"/>
          </ac:picMkLst>
        </pc:picChg>
      </pc:sldChg>
      <pc:sldChg chg="addSp delSp new mod">
        <pc:chgData name="SHIN HYUN KIL" userId="d5bffe1d-586f-4b28-9005-eb11788ec385" providerId="ADAL" clId="{28E738DF-29E1-46A8-86AB-86F3687E81D9}" dt="2026-04-09T13:07:26.414" v="242" actId="22"/>
        <pc:sldMkLst>
          <pc:docMk/>
          <pc:sldMk cId="3952751512" sldId="266"/>
        </pc:sldMkLst>
        <pc:picChg chg="add">
          <ac:chgData name="SHIN HYUN KIL" userId="d5bffe1d-586f-4b28-9005-eb11788ec385" providerId="ADAL" clId="{28E738DF-29E1-46A8-86AB-86F3687E81D9}" dt="2026-04-09T13:07:26.414" v="242" actId="22"/>
          <ac:picMkLst>
            <pc:docMk/>
            <pc:sldMk cId="3952751512" sldId="266"/>
            <ac:picMk id="5" creationId="{A037B944-8483-96D4-8601-541F14486C14}"/>
          </ac:picMkLst>
        </pc:picChg>
      </pc:sldChg>
      <pc:sldChg chg="addSp delSp new mod">
        <pc:chgData name="SHIN HYUN KIL" userId="d5bffe1d-586f-4b28-9005-eb11788ec385" providerId="ADAL" clId="{28E738DF-29E1-46A8-86AB-86F3687E81D9}" dt="2026-04-09T13:07:45.170" v="245" actId="22"/>
        <pc:sldMkLst>
          <pc:docMk/>
          <pc:sldMk cId="333316710" sldId="267"/>
        </pc:sldMkLst>
        <pc:picChg chg="add">
          <ac:chgData name="SHIN HYUN KIL" userId="d5bffe1d-586f-4b28-9005-eb11788ec385" providerId="ADAL" clId="{28E738DF-29E1-46A8-86AB-86F3687E81D9}" dt="2026-04-09T13:07:45.170" v="245" actId="22"/>
          <ac:picMkLst>
            <pc:docMk/>
            <pc:sldMk cId="333316710" sldId="267"/>
            <ac:picMk id="5" creationId="{2C046E26-87EE-E328-85A4-309E0B5035AF}"/>
          </ac:picMkLst>
        </pc:picChg>
      </pc:sldChg>
      <pc:sldChg chg="addSp delSp new mod">
        <pc:chgData name="SHIN HYUN KIL" userId="d5bffe1d-586f-4b28-9005-eb11788ec385" providerId="ADAL" clId="{28E738DF-29E1-46A8-86AB-86F3687E81D9}" dt="2026-04-09T13:07:59.882" v="248" actId="22"/>
        <pc:sldMkLst>
          <pc:docMk/>
          <pc:sldMk cId="3892546540" sldId="268"/>
        </pc:sldMkLst>
        <pc:picChg chg="add">
          <ac:chgData name="SHIN HYUN KIL" userId="d5bffe1d-586f-4b28-9005-eb11788ec385" providerId="ADAL" clId="{28E738DF-29E1-46A8-86AB-86F3687E81D9}" dt="2026-04-09T13:07:59.882" v="248" actId="22"/>
          <ac:picMkLst>
            <pc:docMk/>
            <pc:sldMk cId="3892546540" sldId="268"/>
            <ac:picMk id="5" creationId="{89B986B9-447B-F144-C70F-E0584C858573}"/>
          </ac:picMkLst>
        </pc:picChg>
      </pc:sldChg>
      <pc:sldChg chg="addSp delSp new mod">
        <pc:chgData name="SHIN HYUN KIL" userId="d5bffe1d-586f-4b28-9005-eb11788ec385" providerId="ADAL" clId="{28E738DF-29E1-46A8-86AB-86F3687E81D9}" dt="2026-04-09T13:08:13.613" v="251" actId="22"/>
        <pc:sldMkLst>
          <pc:docMk/>
          <pc:sldMk cId="3735303912" sldId="269"/>
        </pc:sldMkLst>
        <pc:picChg chg="add">
          <ac:chgData name="SHIN HYUN KIL" userId="d5bffe1d-586f-4b28-9005-eb11788ec385" providerId="ADAL" clId="{28E738DF-29E1-46A8-86AB-86F3687E81D9}" dt="2026-04-09T13:08:13.613" v="251" actId="22"/>
          <ac:picMkLst>
            <pc:docMk/>
            <pc:sldMk cId="3735303912" sldId="269"/>
            <ac:picMk id="5" creationId="{FC24A931-5788-1F9A-FE65-56813391AEE8}"/>
          </ac:picMkLst>
        </pc:picChg>
      </pc:sldChg>
      <pc:sldChg chg="addSp delSp modSp add mod">
        <pc:chgData name="SHIN HYUN KIL" userId="d5bffe1d-586f-4b28-9005-eb11788ec385" providerId="ADAL" clId="{28E738DF-29E1-46A8-86AB-86F3687E81D9}" dt="2026-04-13T00:26:05.967" v="3811" actId="1076"/>
        <pc:sldMkLst>
          <pc:docMk/>
          <pc:sldMk cId="2709852020" sldId="270"/>
        </pc:sldMkLst>
        <pc:spChg chg="add mod">
          <ac:chgData name="SHIN HYUN KIL" userId="d5bffe1d-586f-4b28-9005-eb11788ec385" providerId="ADAL" clId="{28E738DF-29E1-46A8-86AB-86F3687E81D9}" dt="2026-04-13T00:25:20.764" v="3768" actId="1076"/>
          <ac:spMkLst>
            <pc:docMk/>
            <pc:sldMk cId="2709852020" sldId="270"/>
            <ac:spMk id="3" creationId="{98AC74D5-690F-2962-7A4B-2D129CFEF12C}"/>
          </ac:spMkLst>
        </pc:spChg>
        <pc:spChg chg="add mod ord">
          <ac:chgData name="SHIN HYUN KIL" userId="d5bffe1d-586f-4b28-9005-eb11788ec385" providerId="ADAL" clId="{28E738DF-29E1-46A8-86AB-86F3687E81D9}" dt="2026-04-13T00:25:49.408" v="3806" actId="20577"/>
          <ac:spMkLst>
            <pc:docMk/>
            <pc:sldMk cId="2709852020" sldId="270"/>
            <ac:spMk id="4" creationId="{A73C0583-94A1-1DB9-3F6E-ABA983BC9747}"/>
          </ac:spMkLst>
        </pc:spChg>
        <pc:spChg chg="add mod">
          <ac:chgData name="SHIN HYUN KIL" userId="d5bffe1d-586f-4b28-9005-eb11788ec385" providerId="ADAL" clId="{28E738DF-29E1-46A8-86AB-86F3687E81D9}" dt="2026-04-13T00:26:05.967" v="3811" actId="1076"/>
          <ac:spMkLst>
            <pc:docMk/>
            <pc:sldMk cId="2709852020" sldId="270"/>
            <ac:spMk id="6" creationId="{8A0E549D-5837-0492-FE15-E8D0130D33E0}"/>
          </ac:spMkLst>
        </pc:spChg>
        <pc:spChg chg="add mod">
          <ac:chgData name="SHIN HYUN KIL" userId="d5bffe1d-586f-4b28-9005-eb11788ec385" providerId="ADAL" clId="{28E738DF-29E1-46A8-86AB-86F3687E81D9}" dt="2026-04-12T08:15:24.569" v="2723" actId="21"/>
          <ac:spMkLst>
            <pc:docMk/>
            <pc:sldMk cId="2709852020" sldId="270"/>
            <ac:spMk id="7" creationId="{6C864A17-490E-859B-3517-F23050AF6F67}"/>
          </ac:spMkLst>
        </pc:spChg>
        <pc:spChg chg="add mod">
          <ac:chgData name="SHIN HYUN KIL" userId="d5bffe1d-586f-4b28-9005-eb11788ec385" providerId="ADAL" clId="{28E738DF-29E1-46A8-86AB-86F3687E81D9}" dt="2026-04-12T08:15:31.488" v="2726" actId="14100"/>
          <ac:spMkLst>
            <pc:docMk/>
            <pc:sldMk cId="2709852020" sldId="270"/>
            <ac:spMk id="8" creationId="{6FFC5AA4-A4E1-6500-8BE7-187C0476D310}"/>
          </ac:spMkLst>
        </pc:spChg>
        <pc:spChg chg="add del mod">
          <ac:chgData name="SHIN HYUN KIL" userId="d5bffe1d-586f-4b28-9005-eb11788ec385" providerId="ADAL" clId="{28E738DF-29E1-46A8-86AB-86F3687E81D9}" dt="2026-04-13T00:22:33.526" v="3547"/>
          <ac:spMkLst>
            <pc:docMk/>
            <pc:sldMk cId="2709852020" sldId="270"/>
            <ac:spMk id="9" creationId="{B2A851EA-2EC3-8734-1D27-504887245CDB}"/>
          </ac:spMkLst>
        </pc:spChg>
        <pc:spChg chg="add mod">
          <ac:chgData name="SHIN HYUN KIL" userId="d5bffe1d-586f-4b28-9005-eb11788ec385" providerId="ADAL" clId="{28E738DF-29E1-46A8-86AB-86F3687E81D9}" dt="2026-04-13T00:25:20.764" v="3768" actId="1076"/>
          <ac:spMkLst>
            <pc:docMk/>
            <pc:sldMk cId="2709852020" sldId="270"/>
            <ac:spMk id="10" creationId="{289B1EC7-F6A3-4A84-4514-B5E22C36849A}"/>
          </ac:spMkLst>
        </pc:spChg>
        <pc:spChg chg="add mod">
          <ac:chgData name="SHIN HYUN KIL" userId="d5bffe1d-586f-4b28-9005-eb11788ec385" providerId="ADAL" clId="{28E738DF-29E1-46A8-86AB-86F3687E81D9}" dt="2026-04-13T00:25:20.764" v="3768" actId="1076"/>
          <ac:spMkLst>
            <pc:docMk/>
            <pc:sldMk cId="2709852020" sldId="270"/>
            <ac:spMk id="11" creationId="{F77A3A67-91E4-CC9E-ADE9-D00D2879F3CD}"/>
          </ac:spMkLst>
        </pc:spChg>
        <pc:spChg chg="add mod">
          <ac:chgData name="SHIN HYUN KIL" userId="d5bffe1d-586f-4b28-9005-eb11788ec385" providerId="ADAL" clId="{28E738DF-29E1-46A8-86AB-86F3687E81D9}" dt="2026-04-13T00:25:20.764" v="3768" actId="1076"/>
          <ac:spMkLst>
            <pc:docMk/>
            <pc:sldMk cId="2709852020" sldId="270"/>
            <ac:spMk id="12" creationId="{47247AB0-9C7A-0275-B910-3FAB76D043BA}"/>
          </ac:spMkLst>
        </pc:spChg>
        <pc:spChg chg="add mod">
          <ac:chgData name="SHIN HYUN KIL" userId="d5bffe1d-586f-4b28-9005-eb11788ec385" providerId="ADAL" clId="{28E738DF-29E1-46A8-86AB-86F3687E81D9}" dt="2026-04-13T00:25:20.764" v="3768" actId="1076"/>
          <ac:spMkLst>
            <pc:docMk/>
            <pc:sldMk cId="2709852020" sldId="270"/>
            <ac:spMk id="21" creationId="{126697FF-D50E-20D5-4710-DE77EF2653A4}"/>
          </ac:spMkLst>
        </pc:spChg>
        <pc:spChg chg="add mod">
          <ac:chgData name="SHIN HYUN KIL" userId="d5bffe1d-586f-4b28-9005-eb11788ec385" providerId="ADAL" clId="{28E738DF-29E1-46A8-86AB-86F3687E81D9}" dt="2026-04-13T00:25:20.764" v="3768" actId="1076"/>
          <ac:spMkLst>
            <pc:docMk/>
            <pc:sldMk cId="2709852020" sldId="270"/>
            <ac:spMk id="22" creationId="{3231F18E-78F0-96E8-E63C-B5FD7C6E2C15}"/>
          </ac:spMkLst>
        </pc:spChg>
        <pc:spChg chg="add mod">
          <ac:chgData name="SHIN HYUN KIL" userId="d5bffe1d-586f-4b28-9005-eb11788ec385" providerId="ADAL" clId="{28E738DF-29E1-46A8-86AB-86F3687E81D9}" dt="2026-04-13T00:25:20.764" v="3768" actId="1076"/>
          <ac:spMkLst>
            <pc:docMk/>
            <pc:sldMk cId="2709852020" sldId="270"/>
            <ac:spMk id="23" creationId="{4A1F475D-47BF-00C4-9DA2-DD1A6BEBB6EF}"/>
          </ac:spMkLst>
        </pc:spChg>
        <pc:spChg chg="add mod">
          <ac:chgData name="SHIN HYUN KIL" userId="d5bffe1d-586f-4b28-9005-eb11788ec385" providerId="ADAL" clId="{28E738DF-29E1-46A8-86AB-86F3687E81D9}" dt="2026-04-13T00:25:20.764" v="3768" actId="1076"/>
          <ac:spMkLst>
            <pc:docMk/>
            <pc:sldMk cId="2709852020" sldId="270"/>
            <ac:spMk id="24" creationId="{CF4B3049-2BAA-6140-7A00-726BF9411DD2}"/>
          </ac:spMkLst>
        </pc:spChg>
        <pc:picChg chg="add mod ord">
          <ac:chgData name="SHIN HYUN KIL" userId="d5bffe1d-586f-4b28-9005-eb11788ec385" providerId="ADAL" clId="{28E738DF-29E1-46A8-86AB-86F3687E81D9}" dt="2026-04-13T00:26:01.604" v="3810" actId="1076"/>
          <ac:picMkLst>
            <pc:docMk/>
            <pc:sldMk cId="2709852020" sldId="270"/>
            <ac:picMk id="2" creationId="{9612E0FC-A531-9FD7-369A-7CB7FBEED5BA}"/>
          </ac:picMkLst>
        </pc:picChg>
        <pc:picChg chg="del mod modCrop">
          <ac:chgData name="SHIN HYUN KIL" userId="d5bffe1d-586f-4b28-9005-eb11788ec385" providerId="ADAL" clId="{28E738DF-29E1-46A8-86AB-86F3687E81D9}" dt="2026-04-13T00:22:01.241" v="3540" actId="478"/>
          <ac:picMkLst>
            <pc:docMk/>
            <pc:sldMk cId="2709852020" sldId="270"/>
            <ac:picMk id="5" creationId="{257DE1D6-053C-326B-1C28-23B1F1D0B620}"/>
          </ac:picMkLst>
        </pc:picChg>
        <pc:cxnChg chg="add mod">
          <ac:chgData name="SHIN HYUN KIL" userId="d5bffe1d-586f-4b28-9005-eb11788ec385" providerId="ADAL" clId="{28E738DF-29E1-46A8-86AB-86F3687E81D9}" dt="2026-04-13T00:23:55.564" v="3662" actId="1036"/>
          <ac:cxnSpMkLst>
            <pc:docMk/>
            <pc:sldMk cId="2709852020" sldId="270"/>
            <ac:cxnSpMk id="14" creationId="{9104EE77-5227-47C5-DCE5-5E8AAF41D17D}"/>
          </ac:cxnSpMkLst>
        </pc:cxnChg>
        <pc:cxnChg chg="add mod">
          <ac:chgData name="SHIN HYUN KIL" userId="d5bffe1d-586f-4b28-9005-eb11788ec385" providerId="ADAL" clId="{28E738DF-29E1-46A8-86AB-86F3687E81D9}" dt="2026-04-13T00:25:20.764" v="3768" actId="1076"/>
          <ac:cxnSpMkLst>
            <pc:docMk/>
            <pc:sldMk cId="2709852020" sldId="270"/>
            <ac:cxnSpMk id="15" creationId="{8192389A-F069-1A7F-E002-B11C71C28C46}"/>
          </ac:cxnSpMkLst>
        </pc:cxnChg>
        <pc:cxnChg chg="add mod">
          <ac:chgData name="SHIN HYUN KIL" userId="d5bffe1d-586f-4b28-9005-eb11788ec385" providerId="ADAL" clId="{28E738DF-29E1-46A8-86AB-86F3687E81D9}" dt="2026-04-13T00:25:20.764" v="3768" actId="1076"/>
          <ac:cxnSpMkLst>
            <pc:docMk/>
            <pc:sldMk cId="2709852020" sldId="270"/>
            <ac:cxnSpMk id="18" creationId="{F02BF7E7-D105-0620-D5A6-76A89E20874C}"/>
          </ac:cxnSpMkLst>
        </pc:cxnChg>
      </pc:sldChg>
      <pc:sldChg chg="addSp modSp add mod">
        <pc:chgData name="SHIN HYUN KIL" userId="d5bffe1d-586f-4b28-9005-eb11788ec385" providerId="ADAL" clId="{28E738DF-29E1-46A8-86AB-86F3687E81D9}" dt="2026-04-12T08:10:53.935" v="2535" actId="1076"/>
        <pc:sldMkLst>
          <pc:docMk/>
          <pc:sldMk cId="217778571" sldId="271"/>
        </pc:sldMkLst>
        <pc:spChg chg="add mod">
          <ac:chgData name="SHIN HYUN KIL" userId="d5bffe1d-586f-4b28-9005-eb11788ec385" providerId="ADAL" clId="{28E738DF-29E1-46A8-86AB-86F3687E81D9}" dt="2026-04-12T08:10:53.935" v="2535" actId="1076"/>
          <ac:spMkLst>
            <pc:docMk/>
            <pc:sldMk cId="217778571" sldId="271"/>
            <ac:spMk id="2" creationId="{2E434250-DBB8-7DB5-2EDC-4CD39D3C2F5D}"/>
          </ac:spMkLst>
        </pc:spChg>
        <pc:spChg chg="add mod">
          <ac:chgData name="SHIN HYUN KIL" userId="d5bffe1d-586f-4b28-9005-eb11788ec385" providerId="ADAL" clId="{28E738DF-29E1-46A8-86AB-86F3687E81D9}" dt="2026-04-12T08:10:49.864" v="2534" actId="20577"/>
          <ac:spMkLst>
            <pc:docMk/>
            <pc:sldMk cId="217778571" sldId="271"/>
            <ac:spMk id="3" creationId="{E13C5676-3A39-2760-3496-48A017114368}"/>
          </ac:spMkLst>
        </pc:spChg>
        <pc:picChg chg="mod">
          <ac:chgData name="SHIN HYUN KIL" userId="d5bffe1d-586f-4b28-9005-eb11788ec385" providerId="ADAL" clId="{28E738DF-29E1-46A8-86AB-86F3687E81D9}" dt="2026-04-12T08:08:44.797" v="2438" actId="1076"/>
          <ac:picMkLst>
            <pc:docMk/>
            <pc:sldMk cId="217778571" sldId="271"/>
            <ac:picMk id="5" creationId="{DAB24BA1-7056-663B-EEEA-0BB200543E76}"/>
          </ac:picMkLst>
        </pc:picChg>
      </pc:sldChg>
      <pc:sldChg chg="addSp delSp modSp new mod">
        <pc:chgData name="SHIN HYUN KIL" userId="d5bffe1d-586f-4b28-9005-eb11788ec385" providerId="ADAL" clId="{28E738DF-29E1-46A8-86AB-86F3687E81D9}" dt="2026-04-13T00:31:40.908" v="3911" actId="1076"/>
        <pc:sldMkLst>
          <pc:docMk/>
          <pc:sldMk cId="153563998" sldId="272"/>
        </pc:sldMkLst>
        <pc:spChg chg="add mod">
          <ac:chgData name="SHIN HYUN KIL" userId="d5bffe1d-586f-4b28-9005-eb11788ec385" providerId="ADAL" clId="{28E738DF-29E1-46A8-86AB-86F3687E81D9}" dt="2026-04-13T00:31:40.908" v="3911" actId="1076"/>
          <ac:spMkLst>
            <pc:docMk/>
            <pc:sldMk cId="153563998" sldId="272"/>
            <ac:spMk id="2" creationId="{C132185C-CF8E-ECC2-87D0-AE0009C83A35}"/>
          </ac:spMkLst>
        </pc:spChg>
        <pc:spChg chg="add mod">
          <ac:chgData name="SHIN HYUN KIL" userId="d5bffe1d-586f-4b28-9005-eb11788ec385" providerId="ADAL" clId="{28E738DF-29E1-46A8-86AB-86F3687E81D9}" dt="2026-04-13T00:31:40.908" v="3911" actId="1076"/>
          <ac:spMkLst>
            <pc:docMk/>
            <pc:sldMk cId="153563998" sldId="272"/>
            <ac:spMk id="3" creationId="{1346CC57-6F6E-0412-314D-863BACAE5A8E}"/>
          </ac:spMkLst>
        </pc:spChg>
        <pc:spChg chg="add del mod">
          <ac:chgData name="SHIN HYUN KIL" userId="d5bffe1d-586f-4b28-9005-eb11788ec385" providerId="ADAL" clId="{28E738DF-29E1-46A8-86AB-86F3687E81D9}" dt="2026-04-12T08:28:49.586" v="2785" actId="478"/>
          <ac:spMkLst>
            <pc:docMk/>
            <pc:sldMk cId="153563998" sldId="272"/>
            <ac:spMk id="3" creationId="{B5B322C1-AD30-9DDD-1A8E-A7BE97A97C76}"/>
          </ac:spMkLst>
        </pc:spChg>
        <pc:spChg chg="add mod">
          <ac:chgData name="SHIN HYUN KIL" userId="d5bffe1d-586f-4b28-9005-eb11788ec385" providerId="ADAL" clId="{28E738DF-29E1-46A8-86AB-86F3687E81D9}" dt="2026-04-12T08:25:39.785" v="2761" actId="1076"/>
          <ac:spMkLst>
            <pc:docMk/>
            <pc:sldMk cId="153563998" sldId="272"/>
            <ac:spMk id="5" creationId="{66FA530D-B0F4-5FD7-E1F5-5F92283CFAA6}"/>
          </ac:spMkLst>
        </pc:spChg>
        <pc:spChg chg="add mod">
          <ac:chgData name="SHIN HYUN KIL" userId="d5bffe1d-586f-4b28-9005-eb11788ec385" providerId="ADAL" clId="{28E738DF-29E1-46A8-86AB-86F3687E81D9}" dt="2026-04-13T00:31:40.908" v="3911" actId="1076"/>
          <ac:spMkLst>
            <pc:docMk/>
            <pc:sldMk cId="153563998" sldId="272"/>
            <ac:spMk id="6" creationId="{CB1B5B3F-ECD1-3E74-B3B1-4B42E8A93337}"/>
          </ac:spMkLst>
        </pc:spChg>
        <pc:spChg chg="add mod">
          <ac:chgData name="SHIN HYUN KIL" userId="d5bffe1d-586f-4b28-9005-eb11788ec385" providerId="ADAL" clId="{28E738DF-29E1-46A8-86AB-86F3687E81D9}" dt="2026-04-13T00:31:40.908" v="3911" actId="1076"/>
          <ac:spMkLst>
            <pc:docMk/>
            <pc:sldMk cId="153563998" sldId="272"/>
            <ac:spMk id="7" creationId="{7C8B2188-B194-D03C-6FC6-8764B5FB16C7}"/>
          </ac:spMkLst>
        </pc:spChg>
        <pc:spChg chg="add mod">
          <ac:chgData name="SHIN HYUN KIL" userId="d5bffe1d-586f-4b28-9005-eb11788ec385" providerId="ADAL" clId="{28E738DF-29E1-46A8-86AB-86F3687E81D9}" dt="2026-04-12T08:26:55.387" v="2771" actId="1076"/>
          <ac:spMkLst>
            <pc:docMk/>
            <pc:sldMk cId="153563998" sldId="272"/>
            <ac:spMk id="9" creationId="{5B6962B1-4F45-1ECC-96A2-C45A5CDFEE02}"/>
          </ac:spMkLst>
        </pc:spChg>
        <pc:spChg chg="add mod">
          <ac:chgData name="SHIN HYUN KIL" userId="d5bffe1d-586f-4b28-9005-eb11788ec385" providerId="ADAL" clId="{28E738DF-29E1-46A8-86AB-86F3687E81D9}" dt="2026-04-12T08:27:52.329" v="2784" actId="1076"/>
          <ac:spMkLst>
            <pc:docMk/>
            <pc:sldMk cId="153563998" sldId="272"/>
            <ac:spMk id="12" creationId="{E3A68828-3FD6-8265-5AE1-CCBE5A265938}"/>
          </ac:spMkLst>
        </pc:spChg>
        <pc:spChg chg="add mod">
          <ac:chgData name="SHIN HYUN KIL" userId="d5bffe1d-586f-4b28-9005-eb11788ec385" providerId="ADAL" clId="{28E738DF-29E1-46A8-86AB-86F3687E81D9}" dt="2026-04-12T09:04:50.325" v="3131" actId="20577"/>
          <ac:spMkLst>
            <pc:docMk/>
            <pc:sldMk cId="153563998" sldId="272"/>
            <ac:spMk id="13" creationId="{3B36F4C6-66A8-231F-8C03-D98E8C5D0FC3}"/>
          </ac:spMkLst>
        </pc:spChg>
        <pc:spChg chg="add mod">
          <ac:chgData name="SHIN HYUN KIL" userId="d5bffe1d-586f-4b28-9005-eb11788ec385" providerId="ADAL" clId="{28E738DF-29E1-46A8-86AB-86F3687E81D9}" dt="2026-04-12T08:35:18.247" v="2905" actId="207"/>
          <ac:spMkLst>
            <pc:docMk/>
            <pc:sldMk cId="153563998" sldId="272"/>
            <ac:spMk id="14" creationId="{4C2BCAF3-5817-FED9-84F1-CAFD98BC49E5}"/>
          </ac:spMkLst>
        </pc:spChg>
        <pc:spChg chg="add mod">
          <ac:chgData name="SHIN HYUN KIL" userId="d5bffe1d-586f-4b28-9005-eb11788ec385" providerId="ADAL" clId="{28E738DF-29E1-46A8-86AB-86F3687E81D9}" dt="2026-04-13T00:31:40.908" v="3911" actId="1076"/>
          <ac:spMkLst>
            <pc:docMk/>
            <pc:sldMk cId="153563998" sldId="272"/>
            <ac:spMk id="16" creationId="{2F881AB1-D358-3150-25E2-74FF06BDC363}"/>
          </ac:spMkLst>
        </pc:spChg>
        <pc:spChg chg="add mod">
          <ac:chgData name="SHIN HYUN KIL" userId="d5bffe1d-586f-4b28-9005-eb11788ec385" providerId="ADAL" clId="{28E738DF-29E1-46A8-86AB-86F3687E81D9}" dt="2026-04-13T00:31:40.908" v="3911" actId="1076"/>
          <ac:spMkLst>
            <pc:docMk/>
            <pc:sldMk cId="153563998" sldId="272"/>
            <ac:spMk id="17" creationId="{4CCB0D99-0C8A-8F7E-AE0F-96BD301F43D9}"/>
          </ac:spMkLst>
        </pc:spChg>
        <pc:spChg chg="add mod">
          <ac:chgData name="SHIN HYUN KIL" userId="d5bffe1d-586f-4b28-9005-eb11788ec385" providerId="ADAL" clId="{28E738DF-29E1-46A8-86AB-86F3687E81D9}" dt="2026-04-13T00:31:40.908" v="3911" actId="1076"/>
          <ac:spMkLst>
            <pc:docMk/>
            <pc:sldMk cId="153563998" sldId="272"/>
            <ac:spMk id="18" creationId="{23D89F28-CA00-6C2C-8822-ECD0BDB395B9}"/>
          </ac:spMkLst>
        </pc:spChg>
        <pc:spChg chg="add mod">
          <ac:chgData name="SHIN HYUN KIL" userId="d5bffe1d-586f-4b28-9005-eb11788ec385" providerId="ADAL" clId="{28E738DF-29E1-46A8-86AB-86F3687E81D9}" dt="2026-04-13T00:31:40.908" v="3911" actId="1076"/>
          <ac:spMkLst>
            <pc:docMk/>
            <pc:sldMk cId="153563998" sldId="272"/>
            <ac:spMk id="19" creationId="{5D9998EC-598B-2646-94DB-3379B458AC3B}"/>
          </ac:spMkLst>
        </pc:spChg>
        <pc:picChg chg="add del mod modCrop">
          <ac:chgData name="SHIN HYUN KIL" userId="d5bffe1d-586f-4b28-9005-eb11788ec385" providerId="ADAL" clId="{28E738DF-29E1-46A8-86AB-86F3687E81D9}" dt="2026-04-12T08:25:36.866" v="2760" actId="1076"/>
          <ac:picMkLst>
            <pc:docMk/>
            <pc:sldMk cId="153563998" sldId="272"/>
            <ac:picMk id="4" creationId="{760013EB-172B-9CA7-DA29-CD69F0158245}"/>
          </ac:picMkLst>
        </pc:picChg>
        <pc:picChg chg="add del mod">
          <ac:chgData name="SHIN HYUN KIL" userId="d5bffe1d-586f-4b28-9005-eb11788ec385" providerId="ADAL" clId="{28E738DF-29E1-46A8-86AB-86F3687E81D9}" dt="2026-04-12T08:24:42.017" v="2749" actId="478"/>
          <ac:picMkLst>
            <pc:docMk/>
            <pc:sldMk cId="153563998" sldId="272"/>
            <ac:picMk id="6" creationId="{A56B0F3D-0F52-9E75-76CB-ECE791AAE015}"/>
          </ac:picMkLst>
        </pc:picChg>
        <pc:picChg chg="add del mod">
          <ac:chgData name="SHIN HYUN KIL" userId="d5bffe1d-586f-4b28-9005-eb11788ec385" providerId="ADAL" clId="{28E738DF-29E1-46A8-86AB-86F3687E81D9}" dt="2026-04-12T08:26:47.761" v="2769" actId="478"/>
          <ac:picMkLst>
            <pc:docMk/>
            <pc:sldMk cId="153563998" sldId="272"/>
            <ac:picMk id="7" creationId="{5AE3831E-EA45-E6D7-E402-24D3C8545DF6}"/>
          </ac:picMkLst>
        </pc:picChg>
        <pc:picChg chg="add del mod">
          <ac:chgData name="SHIN HYUN KIL" userId="d5bffe1d-586f-4b28-9005-eb11788ec385" providerId="ADAL" clId="{28E738DF-29E1-46A8-86AB-86F3687E81D9}" dt="2026-04-12T08:26:49.501" v="2770" actId="478"/>
          <ac:picMkLst>
            <pc:docMk/>
            <pc:sldMk cId="153563998" sldId="272"/>
            <ac:picMk id="8" creationId="{942747E9-4BC9-1871-747D-33729A784375}"/>
          </ac:picMkLst>
        </pc:picChg>
        <pc:picChg chg="add del mod">
          <ac:chgData name="SHIN HYUN KIL" userId="d5bffe1d-586f-4b28-9005-eb11788ec385" providerId="ADAL" clId="{28E738DF-29E1-46A8-86AB-86F3687E81D9}" dt="2026-04-12T08:27:01.943" v="2773" actId="478"/>
          <ac:picMkLst>
            <pc:docMk/>
            <pc:sldMk cId="153563998" sldId="272"/>
            <ac:picMk id="10" creationId="{B3C47338-1E31-EC7B-3A4D-1608CAB45039}"/>
          </ac:picMkLst>
        </pc:picChg>
        <pc:picChg chg="add del mod modCrop">
          <ac:chgData name="SHIN HYUN KIL" userId="d5bffe1d-586f-4b28-9005-eb11788ec385" providerId="ADAL" clId="{28E738DF-29E1-46A8-86AB-86F3687E81D9}" dt="2026-04-13T00:31:36.272" v="3909" actId="478"/>
          <ac:picMkLst>
            <pc:docMk/>
            <pc:sldMk cId="153563998" sldId="272"/>
            <ac:picMk id="11" creationId="{DF49975C-045B-85F2-E507-1B4EC9374974}"/>
          </ac:picMkLst>
        </pc:picChg>
        <pc:cxnChg chg="add mod">
          <ac:chgData name="SHIN HYUN KIL" userId="d5bffe1d-586f-4b28-9005-eb11788ec385" providerId="ADAL" clId="{28E738DF-29E1-46A8-86AB-86F3687E81D9}" dt="2026-04-13T00:31:40.908" v="3911" actId="1076"/>
          <ac:cxnSpMkLst>
            <pc:docMk/>
            <pc:sldMk cId="153563998" sldId="272"/>
            <ac:cxnSpMk id="8" creationId="{8497DE74-0E77-97EC-2ECD-D4E2CF7BB4D2}"/>
          </ac:cxnSpMkLst>
        </pc:cxnChg>
        <pc:cxnChg chg="add mod">
          <ac:chgData name="SHIN HYUN KIL" userId="d5bffe1d-586f-4b28-9005-eb11788ec385" providerId="ADAL" clId="{28E738DF-29E1-46A8-86AB-86F3687E81D9}" dt="2026-04-13T00:31:40.908" v="3911" actId="1076"/>
          <ac:cxnSpMkLst>
            <pc:docMk/>
            <pc:sldMk cId="153563998" sldId="272"/>
            <ac:cxnSpMk id="10" creationId="{F6A0DD65-2ED6-39EA-E7BB-85A1C72F6B69}"/>
          </ac:cxnSpMkLst>
        </pc:cxnChg>
      </pc:sldChg>
      <pc:sldChg chg="addSp modSp new mod">
        <pc:chgData name="SHIN HYUN KIL" userId="d5bffe1d-586f-4b28-9005-eb11788ec385" providerId="ADAL" clId="{28E738DF-29E1-46A8-86AB-86F3687E81D9}" dt="2026-04-11T07:19:28.454" v="2193" actId="20577"/>
        <pc:sldMkLst>
          <pc:docMk/>
          <pc:sldMk cId="1215563608" sldId="273"/>
        </pc:sldMkLst>
        <pc:spChg chg="mod">
          <ac:chgData name="SHIN HYUN KIL" userId="d5bffe1d-586f-4b28-9005-eb11788ec385" providerId="ADAL" clId="{28E738DF-29E1-46A8-86AB-86F3687E81D9}" dt="2026-04-10T02:42:41.219" v="2047" actId="20577"/>
          <ac:spMkLst>
            <pc:docMk/>
            <pc:sldMk cId="1215563608" sldId="273"/>
            <ac:spMk id="2" creationId="{332F3608-841D-14A9-1517-B7F68FF9D794}"/>
          </ac:spMkLst>
        </pc:spChg>
        <pc:spChg chg="mod">
          <ac:chgData name="SHIN HYUN KIL" userId="d5bffe1d-586f-4b28-9005-eb11788ec385" providerId="ADAL" clId="{28E738DF-29E1-46A8-86AB-86F3687E81D9}" dt="2026-04-11T07:18:08.581" v="2161" actId="20577"/>
          <ac:spMkLst>
            <pc:docMk/>
            <pc:sldMk cId="1215563608" sldId="273"/>
            <ac:spMk id="3" creationId="{B7E70C38-396B-89A3-831D-CE8C928357CF}"/>
          </ac:spMkLst>
        </pc:spChg>
        <pc:spChg chg="add mod">
          <ac:chgData name="SHIN HYUN KIL" userId="d5bffe1d-586f-4b28-9005-eb11788ec385" providerId="ADAL" clId="{28E738DF-29E1-46A8-86AB-86F3687E81D9}" dt="2026-04-11T07:19:28.454" v="2193" actId="20577"/>
          <ac:spMkLst>
            <pc:docMk/>
            <pc:sldMk cId="1215563608" sldId="273"/>
            <ac:spMk id="4" creationId="{D2964FA9-772D-093B-71BC-EB12B4DD0DC5}"/>
          </ac:spMkLst>
        </pc:spChg>
      </pc:sldChg>
      <pc:sldChg chg="addSp delSp modSp new mod">
        <pc:chgData name="SHIN HYUN KIL" userId="d5bffe1d-586f-4b28-9005-eb11788ec385" providerId="ADAL" clId="{28E738DF-29E1-46A8-86AB-86F3687E81D9}" dt="2026-04-12T08:08:05.051" v="2436" actId="20577"/>
        <pc:sldMkLst>
          <pc:docMk/>
          <pc:sldMk cId="2864882388" sldId="274"/>
        </pc:sldMkLst>
        <pc:spChg chg="mod">
          <ac:chgData name="SHIN HYUN KIL" userId="d5bffe1d-586f-4b28-9005-eb11788ec385" providerId="ADAL" clId="{28E738DF-29E1-46A8-86AB-86F3687E81D9}" dt="2026-04-11T07:21:41.791" v="2233" actId="20577"/>
          <ac:spMkLst>
            <pc:docMk/>
            <pc:sldMk cId="2864882388" sldId="274"/>
            <ac:spMk id="2" creationId="{EC3F23F3-FA78-ED36-CBAA-F0453575F801}"/>
          </ac:spMkLst>
        </pc:spChg>
        <pc:spChg chg="add mod">
          <ac:chgData name="SHIN HYUN KIL" userId="d5bffe1d-586f-4b28-9005-eb11788ec385" providerId="ADAL" clId="{28E738DF-29E1-46A8-86AB-86F3687E81D9}" dt="2026-04-12T08:04:56.120" v="2397" actId="1076"/>
          <ac:spMkLst>
            <pc:docMk/>
            <pc:sldMk cId="2864882388" sldId="274"/>
            <ac:spMk id="4" creationId="{34F92531-C58B-D690-04CB-EA8F95D317CE}"/>
          </ac:spMkLst>
        </pc:spChg>
        <pc:spChg chg="add mod">
          <ac:chgData name="SHIN HYUN KIL" userId="d5bffe1d-586f-4b28-9005-eb11788ec385" providerId="ADAL" clId="{28E738DF-29E1-46A8-86AB-86F3687E81D9}" dt="2026-04-12T08:08:05.051" v="2436" actId="20577"/>
          <ac:spMkLst>
            <pc:docMk/>
            <pc:sldMk cId="2864882388" sldId="274"/>
            <ac:spMk id="10" creationId="{BAF48011-4FCB-C9B2-6B7C-3201E6074CA0}"/>
          </ac:spMkLst>
        </pc:spChg>
        <pc:picChg chg="add mod">
          <ac:chgData name="SHIN HYUN KIL" userId="d5bffe1d-586f-4b28-9005-eb11788ec385" providerId="ADAL" clId="{28E738DF-29E1-46A8-86AB-86F3687E81D9}" dt="2026-04-11T07:17:15.587" v="2119" actId="1076"/>
          <ac:picMkLst>
            <pc:docMk/>
            <pc:sldMk cId="2864882388" sldId="274"/>
            <ac:picMk id="7" creationId="{015306AC-1074-E849-62D3-18A9FF9DA705}"/>
          </ac:picMkLst>
        </pc:picChg>
      </pc:sldChg>
      <pc:sldChg chg="addSp delSp modSp new mod">
        <pc:chgData name="SHIN HYUN KIL" userId="d5bffe1d-586f-4b28-9005-eb11788ec385" providerId="ADAL" clId="{28E738DF-29E1-46A8-86AB-86F3687E81D9}" dt="2026-04-13T00:45:39.550" v="4817" actId="1035"/>
        <pc:sldMkLst>
          <pc:docMk/>
          <pc:sldMk cId="1297481819" sldId="275"/>
        </pc:sldMkLst>
        <pc:spChg chg="add del mod">
          <ac:chgData name="SHIN HYUN KIL" userId="d5bffe1d-586f-4b28-9005-eb11788ec385" providerId="ADAL" clId="{28E738DF-29E1-46A8-86AB-86F3687E81D9}" dt="2026-04-13T00:29:43.808" v="3894" actId="478"/>
          <ac:spMkLst>
            <pc:docMk/>
            <pc:sldMk cId="1297481819" sldId="275"/>
            <ac:spMk id="2" creationId="{0CF352AA-044C-6567-36FD-AB553BF797AA}"/>
          </ac:spMkLst>
        </pc:spChg>
        <pc:spChg chg="del">
          <ac:chgData name="SHIN HYUN KIL" userId="d5bffe1d-586f-4b28-9005-eb11788ec385" providerId="ADAL" clId="{28E738DF-29E1-46A8-86AB-86F3687E81D9}" dt="2026-04-12T08:34:11.701" v="2894" actId="478"/>
          <ac:spMkLst>
            <pc:docMk/>
            <pc:sldMk cId="1297481819" sldId="275"/>
            <ac:spMk id="2" creationId="{CFB1B244-7275-9740-C153-F148D2E488EE}"/>
          </ac:spMkLst>
        </pc:spChg>
        <pc:spChg chg="del">
          <ac:chgData name="SHIN HYUN KIL" userId="d5bffe1d-586f-4b28-9005-eb11788ec385" providerId="ADAL" clId="{28E738DF-29E1-46A8-86AB-86F3687E81D9}" dt="2026-04-12T08:34:11.701" v="2894" actId="478"/>
          <ac:spMkLst>
            <pc:docMk/>
            <pc:sldMk cId="1297481819" sldId="275"/>
            <ac:spMk id="3" creationId="{409A7D92-9BB0-6648-CC0D-8BDE8A066703}"/>
          </ac:spMkLst>
        </pc:spChg>
        <pc:spChg chg="add mod">
          <ac:chgData name="SHIN HYUN KIL" userId="d5bffe1d-586f-4b28-9005-eb11788ec385" providerId="ADAL" clId="{28E738DF-29E1-46A8-86AB-86F3687E81D9}" dt="2026-04-13T00:45:39.550" v="4817" actId="1035"/>
          <ac:spMkLst>
            <pc:docMk/>
            <pc:sldMk cId="1297481819" sldId="275"/>
            <ac:spMk id="3" creationId="{BCD68E1A-4283-4184-E55A-56EE261935A0}"/>
          </ac:spMkLst>
        </pc:spChg>
        <pc:spChg chg="add mod">
          <ac:chgData name="SHIN HYUN KIL" userId="d5bffe1d-586f-4b28-9005-eb11788ec385" providerId="ADAL" clId="{28E738DF-29E1-46A8-86AB-86F3687E81D9}" dt="2026-04-13T00:31:18.235" v="3908" actId="14100"/>
          <ac:spMkLst>
            <pc:docMk/>
            <pc:sldMk cId="1297481819" sldId="275"/>
            <ac:spMk id="5" creationId="{A25D1EFA-DC77-15CB-8E50-D642F722FEE1}"/>
          </ac:spMkLst>
        </pc:spChg>
        <pc:spChg chg="add mod">
          <ac:chgData name="SHIN HYUN KIL" userId="d5bffe1d-586f-4b28-9005-eb11788ec385" providerId="ADAL" clId="{28E738DF-29E1-46A8-86AB-86F3687E81D9}" dt="2026-04-13T00:31:11.473" v="3906" actId="14100"/>
          <ac:spMkLst>
            <pc:docMk/>
            <pc:sldMk cId="1297481819" sldId="275"/>
            <ac:spMk id="6" creationId="{EAB4B580-FA26-82FA-BE48-25071B99F37B}"/>
          </ac:spMkLst>
        </pc:spChg>
        <pc:spChg chg="add del mod">
          <ac:chgData name="SHIN HYUN KIL" userId="d5bffe1d-586f-4b28-9005-eb11788ec385" providerId="ADAL" clId="{28E738DF-29E1-46A8-86AB-86F3687E81D9}" dt="2026-04-12T08:40:27.650" v="2919" actId="478"/>
          <ac:spMkLst>
            <pc:docMk/>
            <pc:sldMk cId="1297481819" sldId="275"/>
            <ac:spMk id="7" creationId="{3B8134DA-C9F2-03FE-30C1-740787882686}"/>
          </ac:spMkLst>
        </pc:spChg>
        <pc:spChg chg="add mod">
          <ac:chgData name="SHIN HYUN KIL" userId="d5bffe1d-586f-4b28-9005-eb11788ec385" providerId="ADAL" clId="{28E738DF-29E1-46A8-86AB-86F3687E81D9}" dt="2026-04-13T00:29:57.017" v="3901" actId="207"/>
          <ac:spMkLst>
            <pc:docMk/>
            <pc:sldMk cId="1297481819" sldId="275"/>
            <ac:spMk id="7" creationId="{F2F18112-EDF3-198D-89B0-FA3F63B05531}"/>
          </ac:spMkLst>
        </pc:spChg>
        <pc:spChg chg="add mod">
          <ac:chgData name="SHIN HYUN KIL" userId="d5bffe1d-586f-4b28-9005-eb11788ec385" providerId="ADAL" clId="{28E738DF-29E1-46A8-86AB-86F3687E81D9}" dt="2026-04-13T00:28:14.631" v="3823" actId="20577"/>
          <ac:spMkLst>
            <pc:docMk/>
            <pc:sldMk cId="1297481819" sldId="275"/>
            <ac:spMk id="8" creationId="{9500E343-9880-7111-595D-C3A3F87E6971}"/>
          </ac:spMkLst>
        </pc:spChg>
        <pc:spChg chg="add mod">
          <ac:chgData name="SHIN HYUN KIL" userId="d5bffe1d-586f-4b28-9005-eb11788ec385" providerId="ADAL" clId="{28E738DF-29E1-46A8-86AB-86F3687E81D9}" dt="2026-04-12T08:50:28.728" v="3034" actId="1076"/>
          <ac:spMkLst>
            <pc:docMk/>
            <pc:sldMk cId="1297481819" sldId="275"/>
            <ac:spMk id="10" creationId="{5D01A25E-64C4-2F75-CFB2-99D8A329DAC4}"/>
          </ac:spMkLst>
        </pc:spChg>
        <pc:spChg chg="add mod">
          <ac:chgData name="SHIN HYUN KIL" userId="d5bffe1d-586f-4b28-9005-eb11788ec385" providerId="ADAL" clId="{28E738DF-29E1-46A8-86AB-86F3687E81D9}" dt="2026-04-12T09:08:21.636" v="3157" actId="113"/>
          <ac:spMkLst>
            <pc:docMk/>
            <pc:sldMk cId="1297481819" sldId="275"/>
            <ac:spMk id="11" creationId="{7064F631-7EA2-63C9-0AEA-17E6CD29D639}"/>
          </ac:spMkLst>
        </pc:spChg>
        <pc:spChg chg="add del mod">
          <ac:chgData name="SHIN HYUN KIL" userId="d5bffe1d-586f-4b28-9005-eb11788ec385" providerId="ADAL" clId="{28E738DF-29E1-46A8-86AB-86F3687E81D9}" dt="2026-04-12T09:16:13.469" v="3236" actId="478"/>
          <ac:spMkLst>
            <pc:docMk/>
            <pc:sldMk cId="1297481819" sldId="275"/>
            <ac:spMk id="13" creationId="{F9004A96-B93D-4490-5A20-C354A2839D44}"/>
          </ac:spMkLst>
        </pc:spChg>
        <pc:spChg chg="add mod">
          <ac:chgData name="SHIN HYUN KIL" userId="d5bffe1d-586f-4b28-9005-eb11788ec385" providerId="ADAL" clId="{28E738DF-29E1-46A8-86AB-86F3687E81D9}" dt="2026-04-13T00:26:58.742" v="3816" actId="20577"/>
          <ac:spMkLst>
            <pc:docMk/>
            <pc:sldMk cId="1297481819" sldId="275"/>
            <ac:spMk id="14" creationId="{8AC44140-2FE7-35FC-B68D-1CBA32E8DBB5}"/>
          </ac:spMkLst>
        </pc:spChg>
        <pc:picChg chg="add mod modCrop">
          <ac:chgData name="SHIN HYUN KIL" userId="d5bffe1d-586f-4b28-9005-eb11788ec385" providerId="ADAL" clId="{28E738DF-29E1-46A8-86AB-86F3687E81D9}" dt="2026-04-12T08:40:34.561" v="2973" actId="1038"/>
          <ac:picMkLst>
            <pc:docMk/>
            <pc:sldMk cId="1297481819" sldId="275"/>
            <ac:picMk id="4" creationId="{DF9A5A2E-8DCD-40FB-4310-F0DE1307E330}"/>
          </ac:picMkLst>
        </pc:picChg>
        <pc:picChg chg="add del mod modCrop">
          <ac:chgData name="SHIN HYUN KIL" userId="d5bffe1d-586f-4b28-9005-eb11788ec385" providerId="ADAL" clId="{28E738DF-29E1-46A8-86AB-86F3687E81D9}" dt="2026-04-12T09:10:31.557" v="3170" actId="478"/>
          <ac:picMkLst>
            <pc:docMk/>
            <pc:sldMk cId="1297481819" sldId="275"/>
            <ac:picMk id="5" creationId="{EA511C54-2615-C5FB-8BD1-8516185345AB}"/>
          </ac:picMkLst>
        </pc:picChg>
        <pc:picChg chg="add del mod">
          <ac:chgData name="SHIN HYUN KIL" userId="d5bffe1d-586f-4b28-9005-eb11788ec385" providerId="ADAL" clId="{28E738DF-29E1-46A8-86AB-86F3687E81D9}" dt="2026-04-12T09:10:29.830" v="3169" actId="478"/>
          <ac:picMkLst>
            <pc:docMk/>
            <pc:sldMk cId="1297481819" sldId="275"/>
            <ac:picMk id="9" creationId="{43D24DD6-BA29-3677-388B-01768C0BB222}"/>
          </ac:picMkLst>
        </pc:picChg>
      </pc:sldChg>
      <pc:sldChg chg="addSp modSp new mod">
        <pc:chgData name="SHIN HYUN KIL" userId="d5bffe1d-586f-4b28-9005-eb11788ec385" providerId="ADAL" clId="{28E738DF-29E1-46A8-86AB-86F3687E81D9}" dt="2026-04-12T09:23:38.168" v="3475"/>
        <pc:sldMkLst>
          <pc:docMk/>
          <pc:sldMk cId="1827379917" sldId="276"/>
        </pc:sldMkLst>
        <pc:spChg chg="mod">
          <ac:chgData name="SHIN HYUN KIL" userId="d5bffe1d-586f-4b28-9005-eb11788ec385" providerId="ADAL" clId="{28E738DF-29E1-46A8-86AB-86F3687E81D9}" dt="2026-04-12T09:23:05.440" v="3386" actId="20577"/>
          <ac:spMkLst>
            <pc:docMk/>
            <pc:sldMk cId="1827379917" sldId="276"/>
            <ac:spMk id="2" creationId="{A8D01C0D-0E1C-6F3F-5A37-E1654FE25736}"/>
          </ac:spMkLst>
        </pc:spChg>
        <pc:spChg chg="mod">
          <ac:chgData name="SHIN HYUN KIL" userId="d5bffe1d-586f-4b28-9005-eb11788ec385" providerId="ADAL" clId="{28E738DF-29E1-46A8-86AB-86F3687E81D9}" dt="2026-04-12T09:23:32.833" v="3474" actId="20577"/>
          <ac:spMkLst>
            <pc:docMk/>
            <pc:sldMk cId="1827379917" sldId="276"/>
            <ac:spMk id="3" creationId="{31DC5B33-3628-5D40-6697-5B0995D4FF52}"/>
          </ac:spMkLst>
        </pc:spChg>
        <pc:spChg chg="add mod">
          <ac:chgData name="SHIN HYUN KIL" userId="d5bffe1d-586f-4b28-9005-eb11788ec385" providerId="ADAL" clId="{28E738DF-29E1-46A8-86AB-86F3687E81D9}" dt="2026-04-12T09:23:38.168" v="3475"/>
          <ac:spMkLst>
            <pc:docMk/>
            <pc:sldMk cId="1827379917" sldId="276"/>
            <ac:spMk id="4" creationId="{7F915CAE-DD15-C626-CC43-9C14626449F6}"/>
          </ac:spMkLst>
        </pc:spChg>
      </pc:sldChg>
      <pc:sldChg chg="new del">
        <pc:chgData name="SHIN HYUN KIL" userId="d5bffe1d-586f-4b28-9005-eb11788ec385" providerId="ADAL" clId="{28E738DF-29E1-46A8-86AB-86F3687E81D9}" dt="2026-04-13T00:27:12.563" v="3817" actId="680"/>
        <pc:sldMkLst>
          <pc:docMk/>
          <pc:sldMk cId="152814419" sldId="277"/>
        </pc:sldMkLst>
      </pc:sldChg>
      <pc:sldChg chg="new">
        <pc:chgData name="SHIN HYUN KIL" userId="d5bffe1d-586f-4b28-9005-eb11788ec385" providerId="ADAL" clId="{28E738DF-29E1-46A8-86AB-86F3687E81D9}" dt="2026-04-13T00:30:21.651" v="3905" actId="680"/>
        <pc:sldMkLst>
          <pc:docMk/>
          <pc:sldMk cId="528300896" sldId="277"/>
        </pc:sldMkLst>
      </pc:sldChg>
      <pc:sldChg chg="addSp delSp modSp new mod">
        <pc:chgData name="SHIN HYUN KIL" userId="d5bffe1d-586f-4b28-9005-eb11788ec385" providerId="ADAL" clId="{28E738DF-29E1-46A8-86AB-86F3687E81D9}" dt="2026-04-13T00:43:12.028" v="4809" actId="1036"/>
        <pc:sldMkLst>
          <pc:docMk/>
          <pc:sldMk cId="2333334759" sldId="278"/>
        </pc:sldMkLst>
        <pc:spChg chg="del">
          <ac:chgData name="SHIN HYUN KIL" userId="d5bffe1d-586f-4b28-9005-eb11788ec385" providerId="ADAL" clId="{28E738DF-29E1-46A8-86AB-86F3687E81D9}" dt="2026-04-13T00:32:58.913" v="3913" actId="478"/>
          <ac:spMkLst>
            <pc:docMk/>
            <pc:sldMk cId="2333334759" sldId="278"/>
            <ac:spMk id="2" creationId="{B45F36B9-9F35-70FA-653E-64D82CCEFA28}"/>
          </ac:spMkLst>
        </pc:spChg>
        <pc:spChg chg="del">
          <ac:chgData name="SHIN HYUN KIL" userId="d5bffe1d-586f-4b28-9005-eb11788ec385" providerId="ADAL" clId="{28E738DF-29E1-46A8-86AB-86F3687E81D9}" dt="2026-04-13T00:32:58.913" v="3913" actId="478"/>
          <ac:spMkLst>
            <pc:docMk/>
            <pc:sldMk cId="2333334759" sldId="278"/>
            <ac:spMk id="3" creationId="{388FF52B-A844-64B0-8673-648B6AD94FFF}"/>
          </ac:spMkLst>
        </pc:spChg>
        <pc:spChg chg="add mod">
          <ac:chgData name="SHIN HYUN KIL" userId="d5bffe1d-586f-4b28-9005-eb11788ec385" providerId="ADAL" clId="{28E738DF-29E1-46A8-86AB-86F3687E81D9}" dt="2026-04-13T00:33:46.996" v="3926" actId="164"/>
          <ac:spMkLst>
            <pc:docMk/>
            <pc:sldMk cId="2333334759" sldId="278"/>
            <ac:spMk id="4" creationId="{DBD0069D-DAE4-E28A-5290-98B0B4873F18}"/>
          </ac:spMkLst>
        </pc:spChg>
        <pc:spChg chg="add del mod">
          <ac:chgData name="SHIN HYUN KIL" userId="d5bffe1d-586f-4b28-9005-eb11788ec385" providerId="ADAL" clId="{28E738DF-29E1-46A8-86AB-86F3687E81D9}" dt="2026-04-13T00:33:20.097" v="3918" actId="478"/>
          <ac:spMkLst>
            <pc:docMk/>
            <pc:sldMk cId="2333334759" sldId="278"/>
            <ac:spMk id="5" creationId="{0C59A09A-EA25-0C97-DCED-9831BE5FD527}"/>
          </ac:spMkLst>
        </pc:spChg>
        <pc:spChg chg="add mod">
          <ac:chgData name="SHIN HYUN KIL" userId="d5bffe1d-586f-4b28-9005-eb11788ec385" providerId="ADAL" clId="{28E738DF-29E1-46A8-86AB-86F3687E81D9}" dt="2026-04-13T00:33:46.996" v="3926" actId="164"/>
          <ac:spMkLst>
            <pc:docMk/>
            <pc:sldMk cId="2333334759" sldId="278"/>
            <ac:spMk id="6" creationId="{35D58573-2A93-1396-DA90-89CBF01B0584}"/>
          </ac:spMkLst>
        </pc:spChg>
        <pc:spChg chg="add mod">
          <ac:chgData name="SHIN HYUN KIL" userId="d5bffe1d-586f-4b28-9005-eb11788ec385" providerId="ADAL" clId="{28E738DF-29E1-46A8-86AB-86F3687E81D9}" dt="2026-04-13T00:33:46.996" v="3926" actId="164"/>
          <ac:spMkLst>
            <pc:docMk/>
            <pc:sldMk cId="2333334759" sldId="278"/>
            <ac:spMk id="7" creationId="{53F64810-A03C-7D4D-85E1-95F5EBC19DDF}"/>
          </ac:spMkLst>
        </pc:spChg>
        <pc:spChg chg="add mod">
          <ac:chgData name="SHIN HYUN KIL" userId="d5bffe1d-586f-4b28-9005-eb11788ec385" providerId="ADAL" clId="{28E738DF-29E1-46A8-86AB-86F3687E81D9}" dt="2026-04-13T00:33:46.996" v="3926" actId="164"/>
          <ac:spMkLst>
            <pc:docMk/>
            <pc:sldMk cId="2333334759" sldId="278"/>
            <ac:spMk id="8" creationId="{6846D96F-2DE0-9905-436D-7AA9CABE9934}"/>
          </ac:spMkLst>
        </pc:spChg>
        <pc:spChg chg="add mod">
          <ac:chgData name="SHIN HYUN KIL" userId="d5bffe1d-586f-4b28-9005-eb11788ec385" providerId="ADAL" clId="{28E738DF-29E1-46A8-86AB-86F3687E81D9}" dt="2026-04-13T00:35:41.118" v="3986" actId="1076"/>
          <ac:spMkLst>
            <pc:docMk/>
            <pc:sldMk cId="2333334759" sldId="278"/>
            <ac:spMk id="10" creationId="{B9589184-4983-25F8-24EE-31B7CCF618F4}"/>
          </ac:spMkLst>
        </pc:spChg>
        <pc:spChg chg="add mod">
          <ac:chgData name="SHIN HYUN KIL" userId="d5bffe1d-586f-4b28-9005-eb11788ec385" providerId="ADAL" clId="{28E738DF-29E1-46A8-86AB-86F3687E81D9}" dt="2026-04-13T00:43:12.028" v="4809" actId="1036"/>
          <ac:spMkLst>
            <pc:docMk/>
            <pc:sldMk cId="2333334759" sldId="278"/>
            <ac:spMk id="13" creationId="{5C5B7A9C-3898-E158-2969-72F4F67AEB6D}"/>
          </ac:spMkLst>
        </pc:spChg>
        <pc:spChg chg="mod">
          <ac:chgData name="SHIN HYUN KIL" userId="d5bffe1d-586f-4b28-9005-eb11788ec385" providerId="ADAL" clId="{28E738DF-29E1-46A8-86AB-86F3687E81D9}" dt="2026-04-13T00:34:49.394" v="3968"/>
          <ac:spMkLst>
            <pc:docMk/>
            <pc:sldMk cId="2333334759" sldId="278"/>
            <ac:spMk id="15" creationId="{E4F540C3-F0AC-EE04-7103-8034564C673F}"/>
          </ac:spMkLst>
        </pc:spChg>
        <pc:spChg chg="mod">
          <ac:chgData name="SHIN HYUN KIL" userId="d5bffe1d-586f-4b28-9005-eb11788ec385" providerId="ADAL" clId="{28E738DF-29E1-46A8-86AB-86F3687E81D9}" dt="2026-04-13T00:34:49.394" v="3968"/>
          <ac:spMkLst>
            <pc:docMk/>
            <pc:sldMk cId="2333334759" sldId="278"/>
            <ac:spMk id="16" creationId="{EAB4F707-A86F-3E22-EB5B-AAE7895ABE25}"/>
          </ac:spMkLst>
        </pc:spChg>
        <pc:spChg chg="mod">
          <ac:chgData name="SHIN HYUN KIL" userId="d5bffe1d-586f-4b28-9005-eb11788ec385" providerId="ADAL" clId="{28E738DF-29E1-46A8-86AB-86F3687E81D9}" dt="2026-04-13T00:34:49.394" v="3968"/>
          <ac:spMkLst>
            <pc:docMk/>
            <pc:sldMk cId="2333334759" sldId="278"/>
            <ac:spMk id="17" creationId="{1EFB297B-64B0-CD32-9642-9F5DB29D2A57}"/>
          </ac:spMkLst>
        </pc:spChg>
        <pc:spChg chg="mod">
          <ac:chgData name="SHIN HYUN KIL" userId="d5bffe1d-586f-4b28-9005-eb11788ec385" providerId="ADAL" clId="{28E738DF-29E1-46A8-86AB-86F3687E81D9}" dt="2026-04-13T00:34:49.394" v="3968"/>
          <ac:spMkLst>
            <pc:docMk/>
            <pc:sldMk cId="2333334759" sldId="278"/>
            <ac:spMk id="18" creationId="{C9A4203D-C447-F8C1-1D9C-D287233869F1}"/>
          </ac:spMkLst>
        </pc:spChg>
        <pc:spChg chg="add del mod">
          <ac:chgData name="SHIN HYUN KIL" userId="d5bffe1d-586f-4b28-9005-eb11788ec385" providerId="ADAL" clId="{28E738DF-29E1-46A8-86AB-86F3687E81D9}" dt="2026-04-13T00:35:31.637" v="3981"/>
          <ac:spMkLst>
            <pc:docMk/>
            <pc:sldMk cId="2333334759" sldId="278"/>
            <ac:spMk id="19" creationId="{CEC10E21-D7A0-742A-7B2A-EBC6D45E1AB1}"/>
          </ac:spMkLst>
        </pc:spChg>
        <pc:spChg chg="add del">
          <ac:chgData name="SHIN HYUN KIL" userId="d5bffe1d-586f-4b28-9005-eb11788ec385" providerId="ADAL" clId="{28E738DF-29E1-46A8-86AB-86F3687E81D9}" dt="2026-04-13T00:35:19.062" v="3976" actId="478"/>
          <ac:spMkLst>
            <pc:docMk/>
            <pc:sldMk cId="2333334759" sldId="278"/>
            <ac:spMk id="20" creationId="{C3FCCFFA-2F54-FA1C-C756-DAC94B0A9739}"/>
          </ac:spMkLst>
        </pc:spChg>
        <pc:spChg chg="add del mod">
          <ac:chgData name="SHIN HYUN KIL" userId="d5bffe1d-586f-4b28-9005-eb11788ec385" providerId="ADAL" clId="{28E738DF-29E1-46A8-86AB-86F3687E81D9}" dt="2026-04-13T00:36:04.054" v="4004" actId="478"/>
          <ac:spMkLst>
            <pc:docMk/>
            <pc:sldMk cId="2333334759" sldId="278"/>
            <ac:spMk id="21" creationId="{0211F9B1-AAFA-2F96-F412-059B23937C6F}"/>
          </ac:spMkLst>
        </pc:spChg>
        <pc:spChg chg="add mod">
          <ac:chgData name="SHIN HYUN KIL" userId="d5bffe1d-586f-4b28-9005-eb11788ec385" providerId="ADAL" clId="{28E738DF-29E1-46A8-86AB-86F3687E81D9}" dt="2026-04-13T00:36:02.314" v="4003" actId="1076"/>
          <ac:spMkLst>
            <pc:docMk/>
            <pc:sldMk cId="2333334759" sldId="278"/>
            <ac:spMk id="22" creationId="{47806C24-FABD-0553-E6F3-15689D92BA5C}"/>
          </ac:spMkLst>
        </pc:spChg>
        <pc:spChg chg="mod">
          <ac:chgData name="SHIN HYUN KIL" userId="d5bffe1d-586f-4b28-9005-eb11788ec385" providerId="ADAL" clId="{28E738DF-29E1-46A8-86AB-86F3687E81D9}" dt="2026-04-13T00:36:05.621" v="4005"/>
          <ac:spMkLst>
            <pc:docMk/>
            <pc:sldMk cId="2333334759" sldId="278"/>
            <ac:spMk id="25" creationId="{C6E0ABE5-D0DB-870B-0190-D1FD8B3944F7}"/>
          </ac:spMkLst>
        </pc:spChg>
        <pc:spChg chg="mod">
          <ac:chgData name="SHIN HYUN KIL" userId="d5bffe1d-586f-4b28-9005-eb11788ec385" providerId="ADAL" clId="{28E738DF-29E1-46A8-86AB-86F3687E81D9}" dt="2026-04-13T00:36:05.621" v="4005"/>
          <ac:spMkLst>
            <pc:docMk/>
            <pc:sldMk cId="2333334759" sldId="278"/>
            <ac:spMk id="26" creationId="{A3730F05-FE5C-488E-366E-E3A583B79794}"/>
          </ac:spMkLst>
        </pc:spChg>
        <pc:spChg chg="mod">
          <ac:chgData name="SHIN HYUN KIL" userId="d5bffe1d-586f-4b28-9005-eb11788ec385" providerId="ADAL" clId="{28E738DF-29E1-46A8-86AB-86F3687E81D9}" dt="2026-04-13T00:36:05.621" v="4005"/>
          <ac:spMkLst>
            <pc:docMk/>
            <pc:sldMk cId="2333334759" sldId="278"/>
            <ac:spMk id="27" creationId="{D61181B2-058E-D6D0-75DD-7636BBDB93AA}"/>
          </ac:spMkLst>
        </pc:spChg>
        <pc:spChg chg="mod">
          <ac:chgData name="SHIN HYUN KIL" userId="d5bffe1d-586f-4b28-9005-eb11788ec385" providerId="ADAL" clId="{28E738DF-29E1-46A8-86AB-86F3687E81D9}" dt="2026-04-13T00:36:05.621" v="4005"/>
          <ac:spMkLst>
            <pc:docMk/>
            <pc:sldMk cId="2333334759" sldId="278"/>
            <ac:spMk id="28" creationId="{E10A3506-1A61-D5C3-CC4B-A048E815BA7A}"/>
          </ac:spMkLst>
        </pc:spChg>
        <pc:spChg chg="mod">
          <ac:chgData name="SHIN HYUN KIL" userId="d5bffe1d-586f-4b28-9005-eb11788ec385" providerId="ADAL" clId="{28E738DF-29E1-46A8-86AB-86F3687E81D9}" dt="2026-04-13T00:36:38.005" v="4007"/>
          <ac:spMkLst>
            <pc:docMk/>
            <pc:sldMk cId="2333334759" sldId="278"/>
            <ac:spMk id="30" creationId="{8530CE34-ABB3-CBB9-BC6A-5CBC2235C51B}"/>
          </ac:spMkLst>
        </pc:spChg>
        <pc:spChg chg="mod">
          <ac:chgData name="SHIN HYUN KIL" userId="d5bffe1d-586f-4b28-9005-eb11788ec385" providerId="ADAL" clId="{28E738DF-29E1-46A8-86AB-86F3687E81D9}" dt="2026-04-13T00:36:38.005" v="4007"/>
          <ac:spMkLst>
            <pc:docMk/>
            <pc:sldMk cId="2333334759" sldId="278"/>
            <ac:spMk id="31" creationId="{BF29AD81-35BD-3696-CB26-ED1678F10B43}"/>
          </ac:spMkLst>
        </pc:spChg>
        <pc:spChg chg="mod">
          <ac:chgData name="SHIN HYUN KIL" userId="d5bffe1d-586f-4b28-9005-eb11788ec385" providerId="ADAL" clId="{28E738DF-29E1-46A8-86AB-86F3687E81D9}" dt="2026-04-13T00:36:38.005" v="4007"/>
          <ac:spMkLst>
            <pc:docMk/>
            <pc:sldMk cId="2333334759" sldId="278"/>
            <ac:spMk id="32" creationId="{EED3C064-9184-AAA8-8B0E-25AE827B8E4F}"/>
          </ac:spMkLst>
        </pc:spChg>
        <pc:spChg chg="mod">
          <ac:chgData name="SHIN HYUN KIL" userId="d5bffe1d-586f-4b28-9005-eb11788ec385" providerId="ADAL" clId="{28E738DF-29E1-46A8-86AB-86F3687E81D9}" dt="2026-04-13T00:36:38.005" v="4007"/>
          <ac:spMkLst>
            <pc:docMk/>
            <pc:sldMk cId="2333334759" sldId="278"/>
            <ac:spMk id="33" creationId="{79CD47B5-D01A-E218-2F8E-13F098F6F06E}"/>
          </ac:spMkLst>
        </pc:spChg>
        <pc:spChg chg="mod">
          <ac:chgData name="SHIN HYUN KIL" userId="d5bffe1d-586f-4b28-9005-eb11788ec385" providerId="ADAL" clId="{28E738DF-29E1-46A8-86AB-86F3687E81D9}" dt="2026-04-13T00:36:48.144" v="4009"/>
          <ac:spMkLst>
            <pc:docMk/>
            <pc:sldMk cId="2333334759" sldId="278"/>
            <ac:spMk id="35" creationId="{CED8D4F0-5319-1C6E-770D-0263FE342AA4}"/>
          </ac:spMkLst>
        </pc:spChg>
        <pc:spChg chg="mod">
          <ac:chgData name="SHIN HYUN KIL" userId="d5bffe1d-586f-4b28-9005-eb11788ec385" providerId="ADAL" clId="{28E738DF-29E1-46A8-86AB-86F3687E81D9}" dt="2026-04-13T00:36:48.144" v="4009"/>
          <ac:spMkLst>
            <pc:docMk/>
            <pc:sldMk cId="2333334759" sldId="278"/>
            <ac:spMk id="36" creationId="{CEB3F186-9E10-8B62-4CAB-D92379FC96D3}"/>
          </ac:spMkLst>
        </pc:spChg>
        <pc:spChg chg="mod">
          <ac:chgData name="SHIN HYUN KIL" userId="d5bffe1d-586f-4b28-9005-eb11788ec385" providerId="ADAL" clId="{28E738DF-29E1-46A8-86AB-86F3687E81D9}" dt="2026-04-13T00:36:48.144" v="4009"/>
          <ac:spMkLst>
            <pc:docMk/>
            <pc:sldMk cId="2333334759" sldId="278"/>
            <ac:spMk id="37" creationId="{19BE62E6-5C50-B6B4-8F1F-C8576A391355}"/>
          </ac:spMkLst>
        </pc:spChg>
        <pc:spChg chg="mod">
          <ac:chgData name="SHIN HYUN KIL" userId="d5bffe1d-586f-4b28-9005-eb11788ec385" providerId="ADAL" clId="{28E738DF-29E1-46A8-86AB-86F3687E81D9}" dt="2026-04-13T00:36:48.144" v="4009"/>
          <ac:spMkLst>
            <pc:docMk/>
            <pc:sldMk cId="2333334759" sldId="278"/>
            <ac:spMk id="38" creationId="{0BCF47D3-BE9D-53FE-5ED5-910967D300AF}"/>
          </ac:spMkLst>
        </pc:spChg>
        <pc:spChg chg="mod">
          <ac:chgData name="SHIN HYUN KIL" userId="d5bffe1d-586f-4b28-9005-eb11788ec385" providerId="ADAL" clId="{28E738DF-29E1-46A8-86AB-86F3687E81D9}" dt="2026-04-13T00:36:48.144" v="4009"/>
          <ac:spMkLst>
            <pc:docMk/>
            <pc:sldMk cId="2333334759" sldId="278"/>
            <ac:spMk id="40" creationId="{B4BDCBD1-318D-7D32-81B6-5EEBB765F5B3}"/>
          </ac:spMkLst>
        </pc:spChg>
        <pc:spChg chg="mod">
          <ac:chgData name="SHIN HYUN KIL" userId="d5bffe1d-586f-4b28-9005-eb11788ec385" providerId="ADAL" clId="{28E738DF-29E1-46A8-86AB-86F3687E81D9}" dt="2026-04-13T00:36:48.144" v="4009"/>
          <ac:spMkLst>
            <pc:docMk/>
            <pc:sldMk cId="2333334759" sldId="278"/>
            <ac:spMk id="41" creationId="{99624FEB-8B72-0F07-A527-05C8AE81979E}"/>
          </ac:spMkLst>
        </pc:spChg>
        <pc:spChg chg="mod">
          <ac:chgData name="SHIN HYUN KIL" userId="d5bffe1d-586f-4b28-9005-eb11788ec385" providerId="ADAL" clId="{28E738DF-29E1-46A8-86AB-86F3687E81D9}" dt="2026-04-13T00:36:48.144" v="4009"/>
          <ac:spMkLst>
            <pc:docMk/>
            <pc:sldMk cId="2333334759" sldId="278"/>
            <ac:spMk id="42" creationId="{556D9963-1465-5180-DC7C-8DBE71F930F1}"/>
          </ac:spMkLst>
        </pc:spChg>
        <pc:spChg chg="mod">
          <ac:chgData name="SHIN HYUN KIL" userId="d5bffe1d-586f-4b28-9005-eb11788ec385" providerId="ADAL" clId="{28E738DF-29E1-46A8-86AB-86F3687E81D9}" dt="2026-04-13T00:36:48.144" v="4009"/>
          <ac:spMkLst>
            <pc:docMk/>
            <pc:sldMk cId="2333334759" sldId="278"/>
            <ac:spMk id="43" creationId="{7A59748D-5268-75CB-B8B4-BAA490F01188}"/>
          </ac:spMkLst>
        </pc:spChg>
        <pc:spChg chg="mod">
          <ac:chgData name="SHIN HYUN KIL" userId="d5bffe1d-586f-4b28-9005-eb11788ec385" providerId="ADAL" clId="{28E738DF-29E1-46A8-86AB-86F3687E81D9}" dt="2026-04-13T00:36:51.991" v="4011"/>
          <ac:spMkLst>
            <pc:docMk/>
            <pc:sldMk cId="2333334759" sldId="278"/>
            <ac:spMk id="45" creationId="{CA69DC20-5778-D88D-BB8F-56CFC157B9BD}"/>
          </ac:spMkLst>
        </pc:spChg>
        <pc:spChg chg="mod">
          <ac:chgData name="SHIN HYUN KIL" userId="d5bffe1d-586f-4b28-9005-eb11788ec385" providerId="ADAL" clId="{28E738DF-29E1-46A8-86AB-86F3687E81D9}" dt="2026-04-13T00:36:51.991" v="4011"/>
          <ac:spMkLst>
            <pc:docMk/>
            <pc:sldMk cId="2333334759" sldId="278"/>
            <ac:spMk id="46" creationId="{7708B6AF-A690-C7D3-9E99-419E27B200D1}"/>
          </ac:spMkLst>
        </pc:spChg>
        <pc:spChg chg="mod">
          <ac:chgData name="SHIN HYUN KIL" userId="d5bffe1d-586f-4b28-9005-eb11788ec385" providerId="ADAL" clId="{28E738DF-29E1-46A8-86AB-86F3687E81D9}" dt="2026-04-13T00:36:51.991" v="4011"/>
          <ac:spMkLst>
            <pc:docMk/>
            <pc:sldMk cId="2333334759" sldId="278"/>
            <ac:spMk id="47" creationId="{39953D54-7CBF-5E97-85FA-20A34D2A8D31}"/>
          </ac:spMkLst>
        </pc:spChg>
        <pc:spChg chg="mod">
          <ac:chgData name="SHIN HYUN KIL" userId="d5bffe1d-586f-4b28-9005-eb11788ec385" providerId="ADAL" clId="{28E738DF-29E1-46A8-86AB-86F3687E81D9}" dt="2026-04-13T00:36:51.991" v="4011"/>
          <ac:spMkLst>
            <pc:docMk/>
            <pc:sldMk cId="2333334759" sldId="278"/>
            <ac:spMk id="48" creationId="{BA621B1A-CC21-1AD6-CFE2-7BAC11EA5960}"/>
          </ac:spMkLst>
        </pc:spChg>
        <pc:spChg chg="mod">
          <ac:chgData name="SHIN HYUN KIL" userId="d5bffe1d-586f-4b28-9005-eb11788ec385" providerId="ADAL" clId="{28E738DF-29E1-46A8-86AB-86F3687E81D9}" dt="2026-04-13T00:36:51.991" v="4011"/>
          <ac:spMkLst>
            <pc:docMk/>
            <pc:sldMk cId="2333334759" sldId="278"/>
            <ac:spMk id="50" creationId="{13C897AC-F30E-71A4-9135-0DFB6F772186}"/>
          </ac:spMkLst>
        </pc:spChg>
        <pc:spChg chg="mod">
          <ac:chgData name="SHIN HYUN KIL" userId="d5bffe1d-586f-4b28-9005-eb11788ec385" providerId="ADAL" clId="{28E738DF-29E1-46A8-86AB-86F3687E81D9}" dt="2026-04-13T00:36:51.991" v="4011"/>
          <ac:spMkLst>
            <pc:docMk/>
            <pc:sldMk cId="2333334759" sldId="278"/>
            <ac:spMk id="51" creationId="{52CF47C7-EDE6-E308-2E9D-31E070071121}"/>
          </ac:spMkLst>
        </pc:spChg>
        <pc:spChg chg="mod">
          <ac:chgData name="SHIN HYUN KIL" userId="d5bffe1d-586f-4b28-9005-eb11788ec385" providerId="ADAL" clId="{28E738DF-29E1-46A8-86AB-86F3687E81D9}" dt="2026-04-13T00:36:51.991" v="4011"/>
          <ac:spMkLst>
            <pc:docMk/>
            <pc:sldMk cId="2333334759" sldId="278"/>
            <ac:spMk id="52" creationId="{0641B217-67A1-0871-9D62-AD55D7811A2A}"/>
          </ac:spMkLst>
        </pc:spChg>
        <pc:spChg chg="mod">
          <ac:chgData name="SHIN HYUN KIL" userId="d5bffe1d-586f-4b28-9005-eb11788ec385" providerId="ADAL" clId="{28E738DF-29E1-46A8-86AB-86F3687E81D9}" dt="2026-04-13T00:36:51.991" v="4011"/>
          <ac:spMkLst>
            <pc:docMk/>
            <pc:sldMk cId="2333334759" sldId="278"/>
            <ac:spMk id="53" creationId="{354E4E41-D7BC-96D1-686A-3787D9BBD2C9}"/>
          </ac:spMkLst>
        </pc:spChg>
        <pc:spChg chg="add mod">
          <ac:chgData name="SHIN HYUN KIL" userId="d5bffe1d-586f-4b28-9005-eb11788ec385" providerId="ADAL" clId="{28E738DF-29E1-46A8-86AB-86F3687E81D9}" dt="2026-04-13T00:43:12.028" v="4809" actId="1036"/>
          <ac:spMkLst>
            <pc:docMk/>
            <pc:sldMk cId="2333334759" sldId="278"/>
            <ac:spMk id="54" creationId="{763C98AC-071D-B7AE-C992-38280500C837}"/>
          </ac:spMkLst>
        </pc:spChg>
        <pc:spChg chg="add mod">
          <ac:chgData name="SHIN HYUN KIL" userId="d5bffe1d-586f-4b28-9005-eb11788ec385" providerId="ADAL" clId="{28E738DF-29E1-46A8-86AB-86F3687E81D9}" dt="2026-04-13T00:37:27.498" v="4029" actId="20577"/>
          <ac:spMkLst>
            <pc:docMk/>
            <pc:sldMk cId="2333334759" sldId="278"/>
            <ac:spMk id="55" creationId="{E59F2E31-3C10-1736-ECF5-D521B84BB2AD}"/>
          </ac:spMkLst>
        </pc:spChg>
        <pc:spChg chg="add mod">
          <ac:chgData name="SHIN HYUN KIL" userId="d5bffe1d-586f-4b28-9005-eb11788ec385" providerId="ADAL" clId="{28E738DF-29E1-46A8-86AB-86F3687E81D9}" dt="2026-04-13T00:43:12.028" v="4809" actId="1036"/>
          <ac:spMkLst>
            <pc:docMk/>
            <pc:sldMk cId="2333334759" sldId="278"/>
            <ac:spMk id="56" creationId="{654EB63F-E245-A8A3-F401-435303AB6D3F}"/>
          </ac:spMkLst>
        </pc:spChg>
        <pc:spChg chg="add mod">
          <ac:chgData name="SHIN HYUN KIL" userId="d5bffe1d-586f-4b28-9005-eb11788ec385" providerId="ADAL" clId="{28E738DF-29E1-46A8-86AB-86F3687E81D9}" dt="2026-04-13T00:43:12.028" v="4809" actId="1036"/>
          <ac:spMkLst>
            <pc:docMk/>
            <pc:sldMk cId="2333334759" sldId="278"/>
            <ac:spMk id="57" creationId="{7B14D160-6051-BA15-7BE8-9832F59BB77F}"/>
          </ac:spMkLst>
        </pc:spChg>
        <pc:spChg chg="add mod">
          <ac:chgData name="SHIN HYUN KIL" userId="d5bffe1d-586f-4b28-9005-eb11788ec385" providerId="ADAL" clId="{28E738DF-29E1-46A8-86AB-86F3687E81D9}" dt="2026-04-13T00:43:12.028" v="4809" actId="1036"/>
          <ac:spMkLst>
            <pc:docMk/>
            <pc:sldMk cId="2333334759" sldId="278"/>
            <ac:spMk id="58" creationId="{0CBAFFB9-8420-1304-A984-5412C3BAF780}"/>
          </ac:spMkLst>
        </pc:spChg>
        <pc:spChg chg="add mod">
          <ac:chgData name="SHIN HYUN KIL" userId="d5bffe1d-586f-4b28-9005-eb11788ec385" providerId="ADAL" clId="{28E738DF-29E1-46A8-86AB-86F3687E81D9}" dt="2026-04-13T00:43:12.028" v="4809" actId="1036"/>
          <ac:spMkLst>
            <pc:docMk/>
            <pc:sldMk cId="2333334759" sldId="278"/>
            <ac:spMk id="68" creationId="{6BD757E0-527B-B7FE-3BE2-2C0716CA8D90}"/>
          </ac:spMkLst>
        </pc:spChg>
        <pc:spChg chg="add mod">
          <ac:chgData name="SHIN HYUN KIL" userId="d5bffe1d-586f-4b28-9005-eb11788ec385" providerId="ADAL" clId="{28E738DF-29E1-46A8-86AB-86F3687E81D9}" dt="2026-04-13T00:43:12.028" v="4809" actId="1036"/>
          <ac:spMkLst>
            <pc:docMk/>
            <pc:sldMk cId="2333334759" sldId="278"/>
            <ac:spMk id="69" creationId="{7218C4E5-44D2-9E88-1A66-2E672D0006BE}"/>
          </ac:spMkLst>
        </pc:spChg>
        <pc:spChg chg="add mod">
          <ac:chgData name="SHIN HYUN KIL" userId="d5bffe1d-586f-4b28-9005-eb11788ec385" providerId="ADAL" clId="{28E738DF-29E1-46A8-86AB-86F3687E81D9}" dt="2026-04-13T00:43:12.028" v="4809" actId="1036"/>
          <ac:spMkLst>
            <pc:docMk/>
            <pc:sldMk cId="2333334759" sldId="278"/>
            <ac:spMk id="70" creationId="{447B6EA2-6CAB-3736-2DFB-C3EB1B48A9B9}"/>
          </ac:spMkLst>
        </pc:spChg>
        <pc:spChg chg="add mod">
          <ac:chgData name="SHIN HYUN KIL" userId="d5bffe1d-586f-4b28-9005-eb11788ec385" providerId="ADAL" clId="{28E738DF-29E1-46A8-86AB-86F3687E81D9}" dt="2026-04-13T00:43:12.028" v="4809" actId="1036"/>
          <ac:spMkLst>
            <pc:docMk/>
            <pc:sldMk cId="2333334759" sldId="278"/>
            <ac:spMk id="71" creationId="{60F4F7C5-0C1F-3AFA-F526-AAB31F68858C}"/>
          </ac:spMkLst>
        </pc:spChg>
        <pc:spChg chg="add mod">
          <ac:chgData name="SHIN HYUN KIL" userId="d5bffe1d-586f-4b28-9005-eb11788ec385" providerId="ADAL" clId="{28E738DF-29E1-46A8-86AB-86F3687E81D9}" dt="2026-04-13T00:43:12.028" v="4809" actId="1036"/>
          <ac:spMkLst>
            <pc:docMk/>
            <pc:sldMk cId="2333334759" sldId="278"/>
            <ac:spMk id="72" creationId="{E21D4FE2-2F51-E656-501C-D1C7564F4FE2}"/>
          </ac:spMkLst>
        </pc:spChg>
        <pc:spChg chg="add mod">
          <ac:chgData name="SHIN HYUN KIL" userId="d5bffe1d-586f-4b28-9005-eb11788ec385" providerId="ADAL" clId="{28E738DF-29E1-46A8-86AB-86F3687E81D9}" dt="2026-04-13T00:40:22.809" v="4302" actId="20577"/>
          <ac:spMkLst>
            <pc:docMk/>
            <pc:sldMk cId="2333334759" sldId="278"/>
            <ac:spMk id="73" creationId="{AE69AF02-72DC-F107-EADF-ED4BA47706E5}"/>
          </ac:spMkLst>
        </pc:spChg>
        <pc:spChg chg="add mod">
          <ac:chgData name="SHIN HYUN KIL" userId="d5bffe1d-586f-4b28-9005-eb11788ec385" providerId="ADAL" clId="{28E738DF-29E1-46A8-86AB-86F3687E81D9}" dt="2026-04-13T00:43:07.332" v="4787" actId="1035"/>
          <ac:spMkLst>
            <pc:docMk/>
            <pc:sldMk cId="2333334759" sldId="278"/>
            <ac:spMk id="74" creationId="{BB5D595D-09C7-AC43-A133-DC874B1B4B24}"/>
          </ac:spMkLst>
        </pc:spChg>
        <pc:grpChg chg="add mod">
          <ac:chgData name="SHIN HYUN KIL" userId="d5bffe1d-586f-4b28-9005-eb11788ec385" providerId="ADAL" clId="{28E738DF-29E1-46A8-86AB-86F3687E81D9}" dt="2026-04-13T00:33:49.799" v="3927" actId="1076"/>
          <ac:grpSpMkLst>
            <pc:docMk/>
            <pc:sldMk cId="2333334759" sldId="278"/>
            <ac:grpSpMk id="9" creationId="{7A5DBBEC-ABC8-39C3-10E0-3875776B8672}"/>
          </ac:grpSpMkLst>
        </pc:grpChg>
        <pc:grpChg chg="add del mod">
          <ac:chgData name="SHIN HYUN KIL" userId="d5bffe1d-586f-4b28-9005-eb11788ec385" providerId="ADAL" clId="{28E738DF-29E1-46A8-86AB-86F3687E81D9}" dt="2026-04-13T00:35:10.782" v="3974" actId="478"/>
          <ac:grpSpMkLst>
            <pc:docMk/>
            <pc:sldMk cId="2333334759" sldId="278"/>
            <ac:grpSpMk id="14" creationId="{A557BA05-16F9-CEEE-EC85-17AE39F574A1}"/>
          </ac:grpSpMkLst>
        </pc:grpChg>
        <pc:grpChg chg="add mod">
          <ac:chgData name="SHIN HYUN KIL" userId="d5bffe1d-586f-4b28-9005-eb11788ec385" providerId="ADAL" clId="{28E738DF-29E1-46A8-86AB-86F3687E81D9}" dt="2026-04-13T00:36:08.958" v="4006" actId="1076"/>
          <ac:grpSpMkLst>
            <pc:docMk/>
            <pc:sldMk cId="2333334759" sldId="278"/>
            <ac:grpSpMk id="24" creationId="{E53D8277-856C-641B-28D9-39A5D954EE53}"/>
          </ac:grpSpMkLst>
        </pc:grpChg>
        <pc:grpChg chg="add del mod">
          <ac:chgData name="SHIN HYUN KIL" userId="d5bffe1d-586f-4b28-9005-eb11788ec385" providerId="ADAL" clId="{28E738DF-29E1-46A8-86AB-86F3687E81D9}" dt="2026-04-13T00:36:44.942" v="4008" actId="478"/>
          <ac:grpSpMkLst>
            <pc:docMk/>
            <pc:sldMk cId="2333334759" sldId="278"/>
            <ac:grpSpMk id="29" creationId="{CC537355-523F-61D6-3F33-CC3103215F3B}"/>
          </ac:grpSpMkLst>
        </pc:grpChg>
        <pc:grpChg chg="add mod">
          <ac:chgData name="SHIN HYUN KIL" userId="d5bffe1d-586f-4b28-9005-eb11788ec385" providerId="ADAL" clId="{28E738DF-29E1-46A8-86AB-86F3687E81D9}" dt="2026-04-13T00:36:51.210" v="4010" actId="1076"/>
          <ac:grpSpMkLst>
            <pc:docMk/>
            <pc:sldMk cId="2333334759" sldId="278"/>
            <ac:grpSpMk id="34" creationId="{D5842136-48EF-868F-71F4-6BBC912BC9D0}"/>
          </ac:grpSpMkLst>
        </pc:grpChg>
        <pc:grpChg chg="add mod">
          <ac:chgData name="SHIN HYUN KIL" userId="d5bffe1d-586f-4b28-9005-eb11788ec385" providerId="ADAL" clId="{28E738DF-29E1-46A8-86AB-86F3687E81D9}" dt="2026-04-13T00:36:51.210" v="4010" actId="1076"/>
          <ac:grpSpMkLst>
            <pc:docMk/>
            <pc:sldMk cId="2333334759" sldId="278"/>
            <ac:grpSpMk id="39" creationId="{EDC1191D-8BF8-70B1-4B46-4622ECB515DB}"/>
          </ac:grpSpMkLst>
        </pc:grpChg>
        <pc:grpChg chg="add mod">
          <ac:chgData name="SHIN HYUN KIL" userId="d5bffe1d-586f-4b28-9005-eb11788ec385" providerId="ADAL" clId="{28E738DF-29E1-46A8-86AB-86F3687E81D9}" dt="2026-04-13T00:37:49.126" v="4041" actId="1036"/>
          <ac:grpSpMkLst>
            <pc:docMk/>
            <pc:sldMk cId="2333334759" sldId="278"/>
            <ac:grpSpMk id="44" creationId="{E7124DDB-036C-0263-756E-E729E6F581AB}"/>
          </ac:grpSpMkLst>
        </pc:grpChg>
        <pc:grpChg chg="add mod">
          <ac:chgData name="SHIN HYUN KIL" userId="d5bffe1d-586f-4b28-9005-eb11788ec385" providerId="ADAL" clId="{28E738DF-29E1-46A8-86AB-86F3687E81D9}" dt="2026-04-13T00:37:51.621" v="4042" actId="1036"/>
          <ac:grpSpMkLst>
            <pc:docMk/>
            <pc:sldMk cId="2333334759" sldId="278"/>
            <ac:grpSpMk id="49" creationId="{B689ACDB-66AA-0172-C4B4-148631B79C8C}"/>
          </ac:grpSpMkLst>
        </pc:grpChg>
        <pc:cxnChg chg="add mod">
          <ac:chgData name="SHIN HYUN KIL" userId="d5bffe1d-586f-4b28-9005-eb11788ec385" providerId="ADAL" clId="{28E738DF-29E1-46A8-86AB-86F3687E81D9}" dt="2026-04-13T00:35:41.118" v="3986" actId="1076"/>
          <ac:cxnSpMkLst>
            <pc:docMk/>
            <pc:sldMk cId="2333334759" sldId="278"/>
            <ac:cxnSpMk id="12" creationId="{01DDB6CC-3D16-8245-100F-72FF72BB5589}"/>
          </ac:cxnSpMkLst>
        </pc:cxnChg>
        <pc:cxnChg chg="add mod">
          <ac:chgData name="SHIN HYUN KIL" userId="d5bffe1d-586f-4b28-9005-eb11788ec385" providerId="ADAL" clId="{28E738DF-29E1-46A8-86AB-86F3687E81D9}" dt="2026-04-13T00:37:36.664" v="4034" actId="14100"/>
          <ac:cxnSpMkLst>
            <pc:docMk/>
            <pc:sldMk cId="2333334759" sldId="278"/>
            <ac:cxnSpMk id="59" creationId="{B5D6B973-ED3F-D7C9-9A57-2E123C1CCC8D}"/>
          </ac:cxnSpMkLst>
        </pc:cxnChg>
        <pc:cxnChg chg="add mod">
          <ac:chgData name="SHIN HYUN KIL" userId="d5bffe1d-586f-4b28-9005-eb11788ec385" providerId="ADAL" clId="{28E738DF-29E1-46A8-86AB-86F3687E81D9}" dt="2026-04-13T00:37:49.126" v="4041" actId="1036"/>
          <ac:cxnSpMkLst>
            <pc:docMk/>
            <pc:sldMk cId="2333334759" sldId="278"/>
            <ac:cxnSpMk id="62" creationId="{947C6615-FFFD-8E15-769D-519BF0E43FD4}"/>
          </ac:cxnSpMkLst>
        </pc:cxnChg>
        <pc:cxnChg chg="add mod">
          <ac:chgData name="SHIN HYUN KIL" userId="d5bffe1d-586f-4b28-9005-eb11788ec385" providerId="ADAL" clId="{28E738DF-29E1-46A8-86AB-86F3687E81D9}" dt="2026-04-13T00:37:51.621" v="4042" actId="1036"/>
          <ac:cxnSpMkLst>
            <pc:docMk/>
            <pc:sldMk cId="2333334759" sldId="278"/>
            <ac:cxnSpMk id="65" creationId="{34F4CFCF-2FC3-DDDD-881F-920751CE32E6}"/>
          </ac:cxnSpMkLst>
        </pc:cxnChg>
      </pc:sldChg>
    </pc:docChg>
  </pc:docChgLst>
  <pc:docChgLst>
    <pc:chgData name="SHIN HYUN KIL" userId="d5bffe1d-586f-4b28-9005-eb11788ec385" providerId="ADAL" clId="{CE2F0D24-60E9-4C7E-820B-248505F03A4B}"/>
    <pc:docChg chg="undo custSel addSld delSld modSld">
      <pc:chgData name="SHIN HYUN KIL" userId="d5bffe1d-586f-4b28-9005-eb11788ec385" providerId="ADAL" clId="{CE2F0D24-60E9-4C7E-820B-248505F03A4B}" dt="2026-04-13T02:57:28.455" v="3215" actId="122"/>
      <pc:docMkLst>
        <pc:docMk/>
      </pc:docMkLst>
      <pc:sldChg chg="modSp mod">
        <pc:chgData name="SHIN HYUN KIL" userId="d5bffe1d-586f-4b28-9005-eb11788ec385" providerId="ADAL" clId="{CE2F0D24-60E9-4C7E-820B-248505F03A4B}" dt="2026-04-13T02:11:48.955" v="338" actId="20577"/>
        <pc:sldMkLst>
          <pc:docMk/>
          <pc:sldMk cId="734454391" sldId="256"/>
        </pc:sldMkLst>
        <pc:spChg chg="mod">
          <ac:chgData name="SHIN HYUN KIL" userId="d5bffe1d-586f-4b28-9005-eb11788ec385" providerId="ADAL" clId="{CE2F0D24-60E9-4C7E-820B-248505F03A4B}" dt="2026-04-13T02:11:40.641" v="310" actId="6549"/>
          <ac:spMkLst>
            <pc:docMk/>
            <pc:sldMk cId="734454391" sldId="256"/>
            <ac:spMk id="2" creationId="{9849BE10-5512-5003-1DF0-9D00C265C40F}"/>
          </ac:spMkLst>
        </pc:spChg>
        <pc:spChg chg="mod">
          <ac:chgData name="SHIN HYUN KIL" userId="d5bffe1d-586f-4b28-9005-eb11788ec385" providerId="ADAL" clId="{CE2F0D24-60E9-4C7E-820B-248505F03A4B}" dt="2026-04-13T02:11:48.955" v="338" actId="20577"/>
          <ac:spMkLst>
            <pc:docMk/>
            <pc:sldMk cId="734454391" sldId="256"/>
            <ac:spMk id="3" creationId="{CE83CC2A-00DA-8823-B11F-6F08C64B0E85}"/>
          </ac:spMkLst>
        </pc:spChg>
      </pc:sldChg>
      <pc:sldChg chg="addSp delSp modSp mod">
        <pc:chgData name="SHIN HYUN KIL" userId="d5bffe1d-586f-4b28-9005-eb11788ec385" providerId="ADAL" clId="{CE2F0D24-60E9-4C7E-820B-248505F03A4B}" dt="2026-04-13T02:47:43.713" v="3179" actId="732"/>
        <pc:sldMkLst>
          <pc:docMk/>
          <pc:sldMk cId="966408695" sldId="259"/>
        </pc:sldMkLst>
        <pc:spChg chg="add del mod">
          <ac:chgData name="SHIN HYUN KIL" userId="d5bffe1d-586f-4b28-9005-eb11788ec385" providerId="ADAL" clId="{CE2F0D24-60E9-4C7E-820B-248505F03A4B}" dt="2026-04-13T02:47:42.984" v="3178" actId="1076"/>
          <ac:spMkLst>
            <pc:docMk/>
            <pc:sldMk cId="966408695" sldId="259"/>
            <ac:spMk id="2" creationId="{896D7326-6FCF-C705-DB06-6C771D162D04}"/>
          </ac:spMkLst>
        </pc:spChg>
        <pc:spChg chg="add mod">
          <ac:chgData name="SHIN HYUN KIL" userId="d5bffe1d-586f-4b28-9005-eb11788ec385" providerId="ADAL" clId="{CE2F0D24-60E9-4C7E-820B-248505F03A4B}" dt="2026-04-13T02:47:42.984" v="3178" actId="1076"/>
          <ac:spMkLst>
            <pc:docMk/>
            <pc:sldMk cId="966408695" sldId="259"/>
            <ac:spMk id="3" creationId="{5B32696E-284E-3310-E5C2-CE7DC21D43BF}"/>
          </ac:spMkLst>
        </pc:spChg>
        <pc:spChg chg="add mod">
          <ac:chgData name="SHIN HYUN KIL" userId="d5bffe1d-586f-4b28-9005-eb11788ec385" providerId="ADAL" clId="{CE2F0D24-60E9-4C7E-820B-248505F03A4B}" dt="2026-04-13T02:47:42.984" v="3178" actId="1076"/>
          <ac:spMkLst>
            <pc:docMk/>
            <pc:sldMk cId="966408695" sldId="259"/>
            <ac:spMk id="4" creationId="{00E0A769-5B64-5325-060C-3F5F8BBA70BB}"/>
          </ac:spMkLst>
        </pc:spChg>
        <pc:spChg chg="add mod">
          <ac:chgData name="SHIN HYUN KIL" userId="d5bffe1d-586f-4b28-9005-eb11788ec385" providerId="ADAL" clId="{CE2F0D24-60E9-4C7E-820B-248505F03A4B}" dt="2026-04-13T02:47:42.984" v="3178" actId="1076"/>
          <ac:spMkLst>
            <pc:docMk/>
            <pc:sldMk cId="966408695" sldId="259"/>
            <ac:spMk id="6" creationId="{3D4DDC09-4879-C7E8-467E-5F6B1E8503F2}"/>
          </ac:spMkLst>
        </pc:spChg>
        <pc:spChg chg="add mod">
          <ac:chgData name="SHIN HYUN KIL" userId="d5bffe1d-586f-4b28-9005-eb11788ec385" providerId="ADAL" clId="{CE2F0D24-60E9-4C7E-820B-248505F03A4B}" dt="2026-04-13T02:47:42.984" v="3178" actId="1076"/>
          <ac:spMkLst>
            <pc:docMk/>
            <pc:sldMk cId="966408695" sldId="259"/>
            <ac:spMk id="7" creationId="{173A45DC-2463-AFD9-B044-D2D5347790C9}"/>
          </ac:spMkLst>
        </pc:spChg>
        <pc:spChg chg="add mod">
          <ac:chgData name="SHIN HYUN KIL" userId="d5bffe1d-586f-4b28-9005-eb11788ec385" providerId="ADAL" clId="{CE2F0D24-60E9-4C7E-820B-248505F03A4B}" dt="2026-04-13T02:47:42.984" v="3178" actId="1076"/>
          <ac:spMkLst>
            <pc:docMk/>
            <pc:sldMk cId="966408695" sldId="259"/>
            <ac:spMk id="11" creationId="{90B799D2-5E22-A02C-3F83-DD6E0D1268B3}"/>
          </ac:spMkLst>
        </pc:spChg>
        <pc:spChg chg="add mod">
          <ac:chgData name="SHIN HYUN KIL" userId="d5bffe1d-586f-4b28-9005-eb11788ec385" providerId="ADAL" clId="{CE2F0D24-60E9-4C7E-820B-248505F03A4B}" dt="2026-04-13T02:47:42.984" v="3178" actId="1076"/>
          <ac:spMkLst>
            <pc:docMk/>
            <pc:sldMk cId="966408695" sldId="259"/>
            <ac:spMk id="12" creationId="{331DA1CE-213D-0EC6-ACD0-5EC21BDC5840}"/>
          </ac:spMkLst>
        </pc:spChg>
        <pc:spChg chg="add mod">
          <ac:chgData name="SHIN HYUN KIL" userId="d5bffe1d-586f-4b28-9005-eb11788ec385" providerId="ADAL" clId="{CE2F0D24-60E9-4C7E-820B-248505F03A4B}" dt="2026-04-13T02:47:42.984" v="3178" actId="1076"/>
          <ac:spMkLst>
            <pc:docMk/>
            <pc:sldMk cId="966408695" sldId="259"/>
            <ac:spMk id="13" creationId="{AC798090-3AE9-5013-12B5-CCA6A84243FC}"/>
          </ac:spMkLst>
        </pc:spChg>
        <pc:spChg chg="add mod">
          <ac:chgData name="SHIN HYUN KIL" userId="d5bffe1d-586f-4b28-9005-eb11788ec385" providerId="ADAL" clId="{CE2F0D24-60E9-4C7E-820B-248505F03A4B}" dt="2026-04-13T02:47:42.984" v="3178" actId="1076"/>
          <ac:spMkLst>
            <pc:docMk/>
            <pc:sldMk cId="966408695" sldId="259"/>
            <ac:spMk id="14" creationId="{335FE19F-4973-8C23-AE5C-8BA0607CA179}"/>
          </ac:spMkLst>
        </pc:spChg>
        <pc:picChg chg="mod modCrop">
          <ac:chgData name="SHIN HYUN KIL" userId="d5bffe1d-586f-4b28-9005-eb11788ec385" providerId="ADAL" clId="{CE2F0D24-60E9-4C7E-820B-248505F03A4B}" dt="2026-04-13T02:47:43.713" v="3179" actId="732"/>
          <ac:picMkLst>
            <pc:docMk/>
            <pc:sldMk cId="966408695" sldId="259"/>
            <ac:picMk id="5" creationId="{9F4EC5FE-32A0-F280-3ABC-2EC0AB9D9712}"/>
          </ac:picMkLst>
        </pc:picChg>
        <pc:cxnChg chg="add mod">
          <ac:chgData name="SHIN HYUN KIL" userId="d5bffe1d-586f-4b28-9005-eb11788ec385" providerId="ADAL" clId="{CE2F0D24-60E9-4C7E-820B-248505F03A4B}" dt="2026-04-13T02:47:42.984" v="3178" actId="1076"/>
          <ac:cxnSpMkLst>
            <pc:docMk/>
            <pc:sldMk cId="966408695" sldId="259"/>
            <ac:cxnSpMk id="8" creationId="{2681D6EE-925C-18D0-D3DA-4135DA5A64DC}"/>
          </ac:cxnSpMkLst>
        </pc:cxnChg>
        <pc:cxnChg chg="add mod">
          <ac:chgData name="SHIN HYUN KIL" userId="d5bffe1d-586f-4b28-9005-eb11788ec385" providerId="ADAL" clId="{CE2F0D24-60E9-4C7E-820B-248505F03A4B}" dt="2026-04-13T02:47:42.984" v="3178" actId="1076"/>
          <ac:cxnSpMkLst>
            <pc:docMk/>
            <pc:sldMk cId="966408695" sldId="259"/>
            <ac:cxnSpMk id="9" creationId="{3A4C0E8F-6AC6-FE0A-3D7F-B5C7322DE09F}"/>
          </ac:cxnSpMkLst>
        </pc:cxnChg>
        <pc:cxnChg chg="add mod">
          <ac:chgData name="SHIN HYUN KIL" userId="d5bffe1d-586f-4b28-9005-eb11788ec385" providerId="ADAL" clId="{CE2F0D24-60E9-4C7E-820B-248505F03A4B}" dt="2026-04-13T02:47:42.984" v="3178" actId="1076"/>
          <ac:cxnSpMkLst>
            <pc:docMk/>
            <pc:sldMk cId="966408695" sldId="259"/>
            <ac:cxnSpMk id="10" creationId="{F96CDF26-BF01-580E-CF05-5482DF627242}"/>
          </ac:cxnSpMkLst>
        </pc:cxnChg>
      </pc:sldChg>
      <pc:sldChg chg="addSp modSp mod">
        <pc:chgData name="SHIN HYUN KIL" userId="d5bffe1d-586f-4b28-9005-eb11788ec385" providerId="ADAL" clId="{CE2F0D24-60E9-4C7E-820B-248505F03A4B}" dt="2026-04-13T02:57:28.455" v="3215" actId="122"/>
        <pc:sldMkLst>
          <pc:docMk/>
          <pc:sldMk cId="480085050" sldId="264"/>
        </pc:sldMkLst>
        <pc:spChg chg="add mod">
          <ac:chgData name="SHIN HYUN KIL" userId="d5bffe1d-586f-4b28-9005-eb11788ec385" providerId="ADAL" clId="{CE2F0D24-60E9-4C7E-820B-248505F03A4B}" dt="2026-04-13T02:57:28.455" v="3215" actId="122"/>
          <ac:spMkLst>
            <pc:docMk/>
            <pc:sldMk cId="480085050" sldId="264"/>
            <ac:spMk id="2" creationId="{F7325F72-0D9A-870A-7E1B-A92A28DBE46F}"/>
          </ac:spMkLst>
        </pc:spChg>
        <pc:picChg chg="mod">
          <ac:chgData name="SHIN HYUN KIL" userId="d5bffe1d-586f-4b28-9005-eb11788ec385" providerId="ADAL" clId="{CE2F0D24-60E9-4C7E-820B-248505F03A4B}" dt="2026-04-13T02:57:19.784" v="3200" actId="1035"/>
          <ac:picMkLst>
            <pc:docMk/>
            <pc:sldMk cId="480085050" sldId="264"/>
            <ac:picMk id="5" creationId="{9A2F34CA-81C1-55D0-CAFB-2A88EC6CF3B3}"/>
          </ac:picMkLst>
        </pc:picChg>
      </pc:sldChg>
      <pc:sldChg chg="addSp delSp modSp mod">
        <pc:chgData name="SHIN HYUN KIL" userId="d5bffe1d-586f-4b28-9005-eb11788ec385" providerId="ADAL" clId="{CE2F0D24-60E9-4C7E-820B-248505F03A4B}" dt="2026-04-13T02:13:09.564" v="570" actId="404"/>
        <pc:sldMkLst>
          <pc:docMk/>
          <pc:sldMk cId="1827379917" sldId="276"/>
        </pc:sldMkLst>
        <pc:spChg chg="mod">
          <ac:chgData name="SHIN HYUN KIL" userId="d5bffe1d-586f-4b28-9005-eb11788ec385" providerId="ADAL" clId="{CE2F0D24-60E9-4C7E-820B-248505F03A4B}" dt="2026-04-13T02:13:09.564" v="570" actId="404"/>
          <ac:spMkLst>
            <pc:docMk/>
            <pc:sldMk cId="1827379917" sldId="276"/>
            <ac:spMk id="3" creationId="{31DC5B33-3628-5D40-6697-5B0995D4FF52}"/>
          </ac:spMkLst>
        </pc:spChg>
        <pc:spChg chg="mod">
          <ac:chgData name="SHIN HYUN KIL" userId="d5bffe1d-586f-4b28-9005-eb11788ec385" providerId="ADAL" clId="{CE2F0D24-60E9-4C7E-820B-248505F03A4B}" dt="2026-04-13T02:09:40.988" v="293" actId="207"/>
          <ac:spMkLst>
            <pc:docMk/>
            <pc:sldMk cId="1827379917" sldId="276"/>
            <ac:spMk id="4" creationId="{7F915CAE-DD15-C626-CC43-9C14626449F6}"/>
          </ac:spMkLst>
        </pc:spChg>
        <pc:spChg chg="mod">
          <ac:chgData name="SHIN HYUN KIL" userId="d5bffe1d-586f-4b28-9005-eb11788ec385" providerId="ADAL" clId="{CE2F0D24-60E9-4C7E-820B-248505F03A4B}" dt="2026-04-13T02:06:34.808" v="205"/>
          <ac:spMkLst>
            <pc:docMk/>
            <pc:sldMk cId="1827379917" sldId="276"/>
            <ac:spMk id="6" creationId="{D829E997-8A08-710C-80DE-FD2A516CDD90}"/>
          </ac:spMkLst>
        </pc:spChg>
        <pc:spChg chg="mod">
          <ac:chgData name="SHIN HYUN KIL" userId="d5bffe1d-586f-4b28-9005-eb11788ec385" providerId="ADAL" clId="{CE2F0D24-60E9-4C7E-820B-248505F03A4B}" dt="2026-04-13T02:06:34.808" v="205"/>
          <ac:spMkLst>
            <pc:docMk/>
            <pc:sldMk cId="1827379917" sldId="276"/>
            <ac:spMk id="7" creationId="{1FB8C6E1-24DB-DE47-6EFE-E0DFC74AA97A}"/>
          </ac:spMkLst>
        </pc:spChg>
        <pc:spChg chg="mod">
          <ac:chgData name="SHIN HYUN KIL" userId="d5bffe1d-586f-4b28-9005-eb11788ec385" providerId="ADAL" clId="{CE2F0D24-60E9-4C7E-820B-248505F03A4B}" dt="2026-04-13T02:06:34.808" v="205"/>
          <ac:spMkLst>
            <pc:docMk/>
            <pc:sldMk cId="1827379917" sldId="276"/>
            <ac:spMk id="8" creationId="{6FCCF555-72DB-FE01-041B-49A0E1D7BB49}"/>
          </ac:spMkLst>
        </pc:spChg>
        <pc:spChg chg="mod">
          <ac:chgData name="SHIN HYUN KIL" userId="d5bffe1d-586f-4b28-9005-eb11788ec385" providerId="ADAL" clId="{CE2F0D24-60E9-4C7E-820B-248505F03A4B}" dt="2026-04-13T02:06:34.808" v="205"/>
          <ac:spMkLst>
            <pc:docMk/>
            <pc:sldMk cId="1827379917" sldId="276"/>
            <ac:spMk id="9" creationId="{4259D2BD-6E77-E2C9-96B2-A32743EABFEE}"/>
          </ac:spMkLst>
        </pc:spChg>
        <pc:spChg chg="add mod">
          <ac:chgData name="SHIN HYUN KIL" userId="d5bffe1d-586f-4b28-9005-eb11788ec385" providerId="ADAL" clId="{CE2F0D24-60E9-4C7E-820B-248505F03A4B}" dt="2026-04-13T02:13:04.459" v="569" actId="1036"/>
          <ac:spMkLst>
            <pc:docMk/>
            <pc:sldMk cId="1827379917" sldId="276"/>
            <ac:spMk id="10" creationId="{EAE7D637-F84B-FAB8-9415-4E05AD6C0DF7}"/>
          </ac:spMkLst>
        </pc:spChg>
        <pc:spChg chg="add mod">
          <ac:chgData name="SHIN HYUN KIL" userId="d5bffe1d-586f-4b28-9005-eb11788ec385" providerId="ADAL" clId="{CE2F0D24-60E9-4C7E-820B-248505F03A4B}" dt="2026-04-13T02:13:04.459" v="569" actId="1036"/>
          <ac:spMkLst>
            <pc:docMk/>
            <pc:sldMk cId="1827379917" sldId="276"/>
            <ac:spMk id="12" creationId="{3648FEE9-7D4A-A779-4403-656520937D3D}"/>
          </ac:spMkLst>
        </pc:spChg>
        <pc:spChg chg="add mod">
          <ac:chgData name="SHIN HYUN KIL" userId="d5bffe1d-586f-4b28-9005-eb11788ec385" providerId="ADAL" clId="{CE2F0D24-60E9-4C7E-820B-248505F03A4B}" dt="2026-04-13T02:13:04.459" v="569" actId="1036"/>
          <ac:spMkLst>
            <pc:docMk/>
            <pc:sldMk cId="1827379917" sldId="276"/>
            <ac:spMk id="13" creationId="{0DDBDB4D-0933-A6E0-5816-6AFE33D1407A}"/>
          </ac:spMkLst>
        </pc:spChg>
        <pc:spChg chg="mod">
          <ac:chgData name="SHIN HYUN KIL" userId="d5bffe1d-586f-4b28-9005-eb11788ec385" providerId="ADAL" clId="{CE2F0D24-60E9-4C7E-820B-248505F03A4B}" dt="2026-04-13T02:06:34.808" v="205"/>
          <ac:spMkLst>
            <pc:docMk/>
            <pc:sldMk cId="1827379917" sldId="276"/>
            <ac:spMk id="15" creationId="{9052D8CA-2FDC-1F1D-A2B6-779065AD1C55}"/>
          </ac:spMkLst>
        </pc:spChg>
        <pc:spChg chg="mod">
          <ac:chgData name="SHIN HYUN KIL" userId="d5bffe1d-586f-4b28-9005-eb11788ec385" providerId="ADAL" clId="{CE2F0D24-60E9-4C7E-820B-248505F03A4B}" dt="2026-04-13T02:06:34.808" v="205"/>
          <ac:spMkLst>
            <pc:docMk/>
            <pc:sldMk cId="1827379917" sldId="276"/>
            <ac:spMk id="16" creationId="{9148A15C-11DA-62EC-C8C6-6C91BCC5ABB1}"/>
          </ac:spMkLst>
        </pc:spChg>
        <pc:spChg chg="mod">
          <ac:chgData name="SHIN HYUN KIL" userId="d5bffe1d-586f-4b28-9005-eb11788ec385" providerId="ADAL" clId="{CE2F0D24-60E9-4C7E-820B-248505F03A4B}" dt="2026-04-13T02:06:34.808" v="205"/>
          <ac:spMkLst>
            <pc:docMk/>
            <pc:sldMk cId="1827379917" sldId="276"/>
            <ac:spMk id="17" creationId="{19E6663A-E7F3-DBD1-F74C-06C8C8BE859B}"/>
          </ac:spMkLst>
        </pc:spChg>
        <pc:spChg chg="mod">
          <ac:chgData name="SHIN HYUN KIL" userId="d5bffe1d-586f-4b28-9005-eb11788ec385" providerId="ADAL" clId="{CE2F0D24-60E9-4C7E-820B-248505F03A4B}" dt="2026-04-13T02:06:34.808" v="205"/>
          <ac:spMkLst>
            <pc:docMk/>
            <pc:sldMk cId="1827379917" sldId="276"/>
            <ac:spMk id="18" creationId="{7AB3291A-6B28-0896-7D59-5158C8CDFF26}"/>
          </ac:spMkLst>
        </pc:spChg>
        <pc:spChg chg="mod">
          <ac:chgData name="SHIN HYUN KIL" userId="d5bffe1d-586f-4b28-9005-eb11788ec385" providerId="ADAL" clId="{CE2F0D24-60E9-4C7E-820B-248505F03A4B}" dt="2026-04-13T02:06:34.808" v="205"/>
          <ac:spMkLst>
            <pc:docMk/>
            <pc:sldMk cId="1827379917" sldId="276"/>
            <ac:spMk id="20" creationId="{701AAF7C-BDE4-D14E-8715-49E74FE99C4C}"/>
          </ac:spMkLst>
        </pc:spChg>
        <pc:spChg chg="mod">
          <ac:chgData name="SHIN HYUN KIL" userId="d5bffe1d-586f-4b28-9005-eb11788ec385" providerId="ADAL" clId="{CE2F0D24-60E9-4C7E-820B-248505F03A4B}" dt="2026-04-13T02:06:34.808" v="205"/>
          <ac:spMkLst>
            <pc:docMk/>
            <pc:sldMk cId="1827379917" sldId="276"/>
            <ac:spMk id="21" creationId="{064F0518-6E3F-7725-BADE-E8202B2A50E6}"/>
          </ac:spMkLst>
        </pc:spChg>
        <pc:spChg chg="mod">
          <ac:chgData name="SHIN HYUN KIL" userId="d5bffe1d-586f-4b28-9005-eb11788ec385" providerId="ADAL" clId="{CE2F0D24-60E9-4C7E-820B-248505F03A4B}" dt="2026-04-13T02:06:34.808" v="205"/>
          <ac:spMkLst>
            <pc:docMk/>
            <pc:sldMk cId="1827379917" sldId="276"/>
            <ac:spMk id="22" creationId="{07A6B360-020F-8A60-0824-0FECEEB90DFC}"/>
          </ac:spMkLst>
        </pc:spChg>
        <pc:spChg chg="mod">
          <ac:chgData name="SHIN HYUN KIL" userId="d5bffe1d-586f-4b28-9005-eb11788ec385" providerId="ADAL" clId="{CE2F0D24-60E9-4C7E-820B-248505F03A4B}" dt="2026-04-13T02:06:34.808" v="205"/>
          <ac:spMkLst>
            <pc:docMk/>
            <pc:sldMk cId="1827379917" sldId="276"/>
            <ac:spMk id="23" creationId="{D5F13C24-F782-B7BF-B14A-0ADB849FFD80}"/>
          </ac:spMkLst>
        </pc:spChg>
        <pc:spChg chg="mod">
          <ac:chgData name="SHIN HYUN KIL" userId="d5bffe1d-586f-4b28-9005-eb11788ec385" providerId="ADAL" clId="{CE2F0D24-60E9-4C7E-820B-248505F03A4B}" dt="2026-04-13T02:06:34.808" v="205"/>
          <ac:spMkLst>
            <pc:docMk/>
            <pc:sldMk cId="1827379917" sldId="276"/>
            <ac:spMk id="25" creationId="{86987CD2-893B-CC2C-0E02-67888B1B2211}"/>
          </ac:spMkLst>
        </pc:spChg>
        <pc:spChg chg="mod">
          <ac:chgData name="SHIN HYUN KIL" userId="d5bffe1d-586f-4b28-9005-eb11788ec385" providerId="ADAL" clId="{CE2F0D24-60E9-4C7E-820B-248505F03A4B}" dt="2026-04-13T02:06:34.808" v="205"/>
          <ac:spMkLst>
            <pc:docMk/>
            <pc:sldMk cId="1827379917" sldId="276"/>
            <ac:spMk id="26" creationId="{6C197A05-EC1E-EE4D-9406-A753B2C64697}"/>
          </ac:spMkLst>
        </pc:spChg>
        <pc:spChg chg="mod">
          <ac:chgData name="SHIN HYUN KIL" userId="d5bffe1d-586f-4b28-9005-eb11788ec385" providerId="ADAL" clId="{CE2F0D24-60E9-4C7E-820B-248505F03A4B}" dt="2026-04-13T02:06:34.808" v="205"/>
          <ac:spMkLst>
            <pc:docMk/>
            <pc:sldMk cId="1827379917" sldId="276"/>
            <ac:spMk id="27" creationId="{D511B935-AAC1-9B56-5B3B-55FD92E58297}"/>
          </ac:spMkLst>
        </pc:spChg>
        <pc:spChg chg="mod">
          <ac:chgData name="SHIN HYUN KIL" userId="d5bffe1d-586f-4b28-9005-eb11788ec385" providerId="ADAL" clId="{CE2F0D24-60E9-4C7E-820B-248505F03A4B}" dt="2026-04-13T02:06:34.808" v="205"/>
          <ac:spMkLst>
            <pc:docMk/>
            <pc:sldMk cId="1827379917" sldId="276"/>
            <ac:spMk id="28" creationId="{7BEAF7CB-4A86-CE61-0DC7-DBED7FE67805}"/>
          </ac:spMkLst>
        </pc:spChg>
        <pc:spChg chg="mod">
          <ac:chgData name="SHIN HYUN KIL" userId="d5bffe1d-586f-4b28-9005-eb11788ec385" providerId="ADAL" clId="{CE2F0D24-60E9-4C7E-820B-248505F03A4B}" dt="2026-04-13T02:06:34.808" v="205"/>
          <ac:spMkLst>
            <pc:docMk/>
            <pc:sldMk cId="1827379917" sldId="276"/>
            <ac:spMk id="30" creationId="{AA20B3C9-8E02-36CD-18EE-E194F56EBB23}"/>
          </ac:spMkLst>
        </pc:spChg>
        <pc:spChg chg="mod">
          <ac:chgData name="SHIN HYUN KIL" userId="d5bffe1d-586f-4b28-9005-eb11788ec385" providerId="ADAL" clId="{CE2F0D24-60E9-4C7E-820B-248505F03A4B}" dt="2026-04-13T02:06:34.808" v="205"/>
          <ac:spMkLst>
            <pc:docMk/>
            <pc:sldMk cId="1827379917" sldId="276"/>
            <ac:spMk id="31" creationId="{4840FF27-249A-F9FC-F911-209B891E1E2D}"/>
          </ac:spMkLst>
        </pc:spChg>
        <pc:spChg chg="mod">
          <ac:chgData name="SHIN HYUN KIL" userId="d5bffe1d-586f-4b28-9005-eb11788ec385" providerId="ADAL" clId="{CE2F0D24-60E9-4C7E-820B-248505F03A4B}" dt="2026-04-13T02:06:34.808" v="205"/>
          <ac:spMkLst>
            <pc:docMk/>
            <pc:sldMk cId="1827379917" sldId="276"/>
            <ac:spMk id="32" creationId="{9FDC12A2-6202-22B1-7B9D-346BC3736BAB}"/>
          </ac:spMkLst>
        </pc:spChg>
        <pc:spChg chg="mod">
          <ac:chgData name="SHIN HYUN KIL" userId="d5bffe1d-586f-4b28-9005-eb11788ec385" providerId="ADAL" clId="{CE2F0D24-60E9-4C7E-820B-248505F03A4B}" dt="2026-04-13T02:06:34.808" v="205"/>
          <ac:spMkLst>
            <pc:docMk/>
            <pc:sldMk cId="1827379917" sldId="276"/>
            <ac:spMk id="33" creationId="{6FD677CF-D404-5CA1-2CB5-22BBCE31094E}"/>
          </ac:spMkLst>
        </pc:spChg>
        <pc:spChg chg="mod">
          <ac:chgData name="SHIN HYUN KIL" userId="d5bffe1d-586f-4b28-9005-eb11788ec385" providerId="ADAL" clId="{CE2F0D24-60E9-4C7E-820B-248505F03A4B}" dt="2026-04-13T02:06:34.808" v="205"/>
          <ac:spMkLst>
            <pc:docMk/>
            <pc:sldMk cId="1827379917" sldId="276"/>
            <ac:spMk id="35" creationId="{37640C96-A423-767E-8900-0BB3083D5C2A}"/>
          </ac:spMkLst>
        </pc:spChg>
        <pc:spChg chg="mod">
          <ac:chgData name="SHIN HYUN KIL" userId="d5bffe1d-586f-4b28-9005-eb11788ec385" providerId="ADAL" clId="{CE2F0D24-60E9-4C7E-820B-248505F03A4B}" dt="2026-04-13T02:06:34.808" v="205"/>
          <ac:spMkLst>
            <pc:docMk/>
            <pc:sldMk cId="1827379917" sldId="276"/>
            <ac:spMk id="36" creationId="{56A51919-605D-D7A3-A766-AE762D810784}"/>
          </ac:spMkLst>
        </pc:spChg>
        <pc:spChg chg="mod">
          <ac:chgData name="SHIN HYUN KIL" userId="d5bffe1d-586f-4b28-9005-eb11788ec385" providerId="ADAL" clId="{CE2F0D24-60E9-4C7E-820B-248505F03A4B}" dt="2026-04-13T02:06:34.808" v="205"/>
          <ac:spMkLst>
            <pc:docMk/>
            <pc:sldMk cId="1827379917" sldId="276"/>
            <ac:spMk id="37" creationId="{C6D0F38E-41DE-8A04-7568-A6B7C7283E60}"/>
          </ac:spMkLst>
        </pc:spChg>
        <pc:spChg chg="mod">
          <ac:chgData name="SHIN HYUN KIL" userId="d5bffe1d-586f-4b28-9005-eb11788ec385" providerId="ADAL" clId="{CE2F0D24-60E9-4C7E-820B-248505F03A4B}" dt="2026-04-13T02:06:34.808" v="205"/>
          <ac:spMkLst>
            <pc:docMk/>
            <pc:sldMk cId="1827379917" sldId="276"/>
            <ac:spMk id="38" creationId="{3F451448-9DE4-49E7-562C-AC11BC35E532}"/>
          </ac:spMkLst>
        </pc:spChg>
        <pc:spChg chg="add mod">
          <ac:chgData name="SHIN HYUN KIL" userId="d5bffe1d-586f-4b28-9005-eb11788ec385" providerId="ADAL" clId="{CE2F0D24-60E9-4C7E-820B-248505F03A4B}" dt="2026-04-13T02:13:04.459" v="569" actId="1036"/>
          <ac:spMkLst>
            <pc:docMk/>
            <pc:sldMk cId="1827379917" sldId="276"/>
            <ac:spMk id="39" creationId="{05BA2DF9-EF09-DC12-7A7A-E4D437C68078}"/>
          </ac:spMkLst>
        </pc:spChg>
        <pc:spChg chg="add mod">
          <ac:chgData name="SHIN HYUN KIL" userId="d5bffe1d-586f-4b28-9005-eb11788ec385" providerId="ADAL" clId="{CE2F0D24-60E9-4C7E-820B-248505F03A4B}" dt="2026-04-13T02:13:04.459" v="569" actId="1036"/>
          <ac:spMkLst>
            <pc:docMk/>
            <pc:sldMk cId="1827379917" sldId="276"/>
            <ac:spMk id="40" creationId="{F8EB6218-820F-89B9-BE9A-6C447DF369B3}"/>
          </ac:spMkLst>
        </pc:spChg>
        <pc:spChg chg="add mod">
          <ac:chgData name="SHIN HYUN KIL" userId="d5bffe1d-586f-4b28-9005-eb11788ec385" providerId="ADAL" clId="{CE2F0D24-60E9-4C7E-820B-248505F03A4B}" dt="2026-04-13T02:13:04.459" v="569" actId="1036"/>
          <ac:spMkLst>
            <pc:docMk/>
            <pc:sldMk cId="1827379917" sldId="276"/>
            <ac:spMk id="41" creationId="{4D91A3DC-DA01-E3D3-96BF-BB39214AC9FC}"/>
          </ac:spMkLst>
        </pc:spChg>
        <pc:spChg chg="add mod">
          <ac:chgData name="SHIN HYUN KIL" userId="d5bffe1d-586f-4b28-9005-eb11788ec385" providerId="ADAL" clId="{CE2F0D24-60E9-4C7E-820B-248505F03A4B}" dt="2026-04-13T02:13:04.459" v="569" actId="1036"/>
          <ac:spMkLst>
            <pc:docMk/>
            <pc:sldMk cId="1827379917" sldId="276"/>
            <ac:spMk id="42" creationId="{5010F631-DB46-B47A-BDEA-A1D93CD718CE}"/>
          </ac:spMkLst>
        </pc:spChg>
        <pc:spChg chg="add mod">
          <ac:chgData name="SHIN HYUN KIL" userId="d5bffe1d-586f-4b28-9005-eb11788ec385" providerId="ADAL" clId="{CE2F0D24-60E9-4C7E-820B-248505F03A4B}" dt="2026-04-13T02:13:04.459" v="569" actId="1036"/>
          <ac:spMkLst>
            <pc:docMk/>
            <pc:sldMk cId="1827379917" sldId="276"/>
            <ac:spMk id="43" creationId="{DF470B69-F5FA-8119-4A06-F185BAAA7611}"/>
          </ac:spMkLst>
        </pc:spChg>
        <pc:spChg chg="add mod">
          <ac:chgData name="SHIN HYUN KIL" userId="d5bffe1d-586f-4b28-9005-eb11788ec385" providerId="ADAL" clId="{CE2F0D24-60E9-4C7E-820B-248505F03A4B}" dt="2026-04-13T02:13:04.459" v="569" actId="1036"/>
          <ac:spMkLst>
            <pc:docMk/>
            <pc:sldMk cId="1827379917" sldId="276"/>
            <ac:spMk id="47" creationId="{3232E2BD-F0A7-2625-2510-3E81F5E09F35}"/>
          </ac:spMkLst>
        </pc:spChg>
        <pc:spChg chg="add mod">
          <ac:chgData name="SHIN HYUN KIL" userId="d5bffe1d-586f-4b28-9005-eb11788ec385" providerId="ADAL" clId="{CE2F0D24-60E9-4C7E-820B-248505F03A4B}" dt="2026-04-13T02:13:04.459" v="569" actId="1036"/>
          <ac:spMkLst>
            <pc:docMk/>
            <pc:sldMk cId="1827379917" sldId="276"/>
            <ac:spMk id="48" creationId="{03EF3583-BAAB-8A51-2FFC-FFB9B6A8ADA8}"/>
          </ac:spMkLst>
        </pc:spChg>
        <pc:spChg chg="add del mod">
          <ac:chgData name="SHIN HYUN KIL" userId="d5bffe1d-586f-4b28-9005-eb11788ec385" providerId="ADAL" clId="{CE2F0D24-60E9-4C7E-820B-248505F03A4B}" dt="2026-04-13T02:07:54.973" v="236" actId="478"/>
          <ac:spMkLst>
            <pc:docMk/>
            <pc:sldMk cId="1827379917" sldId="276"/>
            <ac:spMk id="57" creationId="{0234C71F-A2BE-BA51-5344-9397040A6177}"/>
          </ac:spMkLst>
        </pc:spChg>
        <pc:spChg chg="add mod">
          <ac:chgData name="SHIN HYUN KIL" userId="d5bffe1d-586f-4b28-9005-eb11788ec385" providerId="ADAL" clId="{CE2F0D24-60E9-4C7E-820B-248505F03A4B}" dt="2026-04-13T02:13:04.459" v="569" actId="1036"/>
          <ac:spMkLst>
            <pc:docMk/>
            <pc:sldMk cId="1827379917" sldId="276"/>
            <ac:spMk id="59" creationId="{9E885D0F-759B-6908-7B30-3EB1F97F5731}"/>
          </ac:spMkLst>
        </pc:spChg>
        <pc:spChg chg="add mod">
          <ac:chgData name="SHIN HYUN KIL" userId="d5bffe1d-586f-4b28-9005-eb11788ec385" providerId="ADAL" clId="{CE2F0D24-60E9-4C7E-820B-248505F03A4B}" dt="2026-04-13T02:13:04.459" v="569" actId="1036"/>
          <ac:spMkLst>
            <pc:docMk/>
            <pc:sldMk cId="1827379917" sldId="276"/>
            <ac:spMk id="60" creationId="{22704E5C-772E-3C51-0743-04A9F892A2FF}"/>
          </ac:spMkLst>
        </pc:spChg>
        <pc:spChg chg="add mod">
          <ac:chgData name="SHIN HYUN KIL" userId="d5bffe1d-586f-4b28-9005-eb11788ec385" providerId="ADAL" clId="{CE2F0D24-60E9-4C7E-820B-248505F03A4B}" dt="2026-04-13T02:13:04.459" v="569" actId="1036"/>
          <ac:spMkLst>
            <pc:docMk/>
            <pc:sldMk cId="1827379917" sldId="276"/>
            <ac:spMk id="61" creationId="{E2E75FC9-D4DF-5B78-4376-E4E6645D1818}"/>
          </ac:spMkLst>
        </pc:spChg>
        <pc:grpChg chg="add mod">
          <ac:chgData name="SHIN HYUN KIL" userId="d5bffe1d-586f-4b28-9005-eb11788ec385" providerId="ADAL" clId="{CE2F0D24-60E9-4C7E-820B-248505F03A4B}" dt="2026-04-13T02:13:04.459" v="569" actId="1036"/>
          <ac:grpSpMkLst>
            <pc:docMk/>
            <pc:sldMk cId="1827379917" sldId="276"/>
            <ac:grpSpMk id="5" creationId="{389F332F-0C48-258F-5EEF-3DC6139B6127}"/>
          </ac:grpSpMkLst>
        </pc:grpChg>
        <pc:grpChg chg="add mod">
          <ac:chgData name="SHIN HYUN KIL" userId="d5bffe1d-586f-4b28-9005-eb11788ec385" providerId="ADAL" clId="{CE2F0D24-60E9-4C7E-820B-248505F03A4B}" dt="2026-04-13T02:13:04.459" v="569" actId="1036"/>
          <ac:grpSpMkLst>
            <pc:docMk/>
            <pc:sldMk cId="1827379917" sldId="276"/>
            <ac:grpSpMk id="14" creationId="{DC804B5E-3592-0F42-A8F2-0D4D7E8E8462}"/>
          </ac:grpSpMkLst>
        </pc:grpChg>
        <pc:grpChg chg="add mod">
          <ac:chgData name="SHIN HYUN KIL" userId="d5bffe1d-586f-4b28-9005-eb11788ec385" providerId="ADAL" clId="{CE2F0D24-60E9-4C7E-820B-248505F03A4B}" dt="2026-04-13T02:13:04.459" v="569" actId="1036"/>
          <ac:grpSpMkLst>
            <pc:docMk/>
            <pc:sldMk cId="1827379917" sldId="276"/>
            <ac:grpSpMk id="19" creationId="{32193740-DCD9-5ED8-240C-A8D7074D1289}"/>
          </ac:grpSpMkLst>
        </pc:grpChg>
        <pc:grpChg chg="add mod">
          <ac:chgData name="SHIN HYUN KIL" userId="d5bffe1d-586f-4b28-9005-eb11788ec385" providerId="ADAL" clId="{CE2F0D24-60E9-4C7E-820B-248505F03A4B}" dt="2026-04-13T02:13:04.459" v="569" actId="1036"/>
          <ac:grpSpMkLst>
            <pc:docMk/>
            <pc:sldMk cId="1827379917" sldId="276"/>
            <ac:grpSpMk id="24" creationId="{C6205B51-9A61-E8A8-9A4F-510840C9A0AE}"/>
          </ac:grpSpMkLst>
        </pc:grpChg>
        <pc:grpChg chg="add mod">
          <ac:chgData name="SHIN HYUN KIL" userId="d5bffe1d-586f-4b28-9005-eb11788ec385" providerId="ADAL" clId="{CE2F0D24-60E9-4C7E-820B-248505F03A4B}" dt="2026-04-13T02:13:04.459" v="569" actId="1036"/>
          <ac:grpSpMkLst>
            <pc:docMk/>
            <pc:sldMk cId="1827379917" sldId="276"/>
            <ac:grpSpMk id="29" creationId="{03E4F865-5C11-F543-03CF-E8A9776E46CA}"/>
          </ac:grpSpMkLst>
        </pc:grpChg>
        <pc:grpChg chg="add mod">
          <ac:chgData name="SHIN HYUN KIL" userId="d5bffe1d-586f-4b28-9005-eb11788ec385" providerId="ADAL" clId="{CE2F0D24-60E9-4C7E-820B-248505F03A4B}" dt="2026-04-13T02:13:04.459" v="569" actId="1036"/>
          <ac:grpSpMkLst>
            <pc:docMk/>
            <pc:sldMk cId="1827379917" sldId="276"/>
            <ac:grpSpMk id="34" creationId="{9905FEBD-9674-87F2-7E8C-E50EA123E065}"/>
          </ac:grpSpMkLst>
        </pc:grpChg>
        <pc:cxnChg chg="add mod">
          <ac:chgData name="SHIN HYUN KIL" userId="d5bffe1d-586f-4b28-9005-eb11788ec385" providerId="ADAL" clId="{CE2F0D24-60E9-4C7E-820B-248505F03A4B}" dt="2026-04-13T02:13:04.459" v="569" actId="1036"/>
          <ac:cxnSpMkLst>
            <pc:docMk/>
            <pc:sldMk cId="1827379917" sldId="276"/>
            <ac:cxnSpMk id="11" creationId="{B0BF310E-FE43-196F-32D4-CFE59FCBCEF4}"/>
          </ac:cxnSpMkLst>
        </pc:cxnChg>
        <pc:cxnChg chg="add mod">
          <ac:chgData name="SHIN HYUN KIL" userId="d5bffe1d-586f-4b28-9005-eb11788ec385" providerId="ADAL" clId="{CE2F0D24-60E9-4C7E-820B-248505F03A4B}" dt="2026-04-13T02:13:04.459" v="569" actId="1036"/>
          <ac:cxnSpMkLst>
            <pc:docMk/>
            <pc:sldMk cId="1827379917" sldId="276"/>
            <ac:cxnSpMk id="44" creationId="{1D7B8195-471C-2450-1632-2EFF7E93FD50}"/>
          </ac:cxnSpMkLst>
        </pc:cxnChg>
        <pc:cxnChg chg="add mod">
          <ac:chgData name="SHIN HYUN KIL" userId="d5bffe1d-586f-4b28-9005-eb11788ec385" providerId="ADAL" clId="{CE2F0D24-60E9-4C7E-820B-248505F03A4B}" dt="2026-04-13T02:13:04.459" v="569" actId="1036"/>
          <ac:cxnSpMkLst>
            <pc:docMk/>
            <pc:sldMk cId="1827379917" sldId="276"/>
            <ac:cxnSpMk id="45" creationId="{63B20605-5F61-19AF-9551-BA012700D378}"/>
          </ac:cxnSpMkLst>
        </pc:cxnChg>
        <pc:cxnChg chg="add mod">
          <ac:chgData name="SHIN HYUN KIL" userId="d5bffe1d-586f-4b28-9005-eb11788ec385" providerId="ADAL" clId="{CE2F0D24-60E9-4C7E-820B-248505F03A4B}" dt="2026-04-13T02:13:04.459" v="569" actId="1036"/>
          <ac:cxnSpMkLst>
            <pc:docMk/>
            <pc:sldMk cId="1827379917" sldId="276"/>
            <ac:cxnSpMk id="46" creationId="{7F91EA44-F8BB-2367-5E28-F377147C5FE8}"/>
          </ac:cxnSpMkLst>
        </pc:cxnChg>
        <pc:cxnChg chg="add mod">
          <ac:chgData name="SHIN HYUN KIL" userId="d5bffe1d-586f-4b28-9005-eb11788ec385" providerId="ADAL" clId="{CE2F0D24-60E9-4C7E-820B-248505F03A4B}" dt="2026-04-13T02:13:04.459" v="569" actId="1036"/>
          <ac:cxnSpMkLst>
            <pc:docMk/>
            <pc:sldMk cId="1827379917" sldId="276"/>
            <ac:cxnSpMk id="50" creationId="{CC80C86B-AC63-AFE0-E06B-A611611ACAD1}"/>
          </ac:cxnSpMkLst>
        </pc:cxnChg>
        <pc:cxnChg chg="add mod">
          <ac:chgData name="SHIN HYUN KIL" userId="d5bffe1d-586f-4b28-9005-eb11788ec385" providerId="ADAL" clId="{CE2F0D24-60E9-4C7E-820B-248505F03A4B}" dt="2026-04-13T02:13:04.459" v="569" actId="1036"/>
          <ac:cxnSpMkLst>
            <pc:docMk/>
            <pc:sldMk cId="1827379917" sldId="276"/>
            <ac:cxnSpMk id="53" creationId="{FF1C2B3A-A7A0-CC30-62C0-44670B9E2214}"/>
          </ac:cxnSpMkLst>
        </pc:cxnChg>
        <pc:cxnChg chg="add mod">
          <ac:chgData name="SHIN HYUN KIL" userId="d5bffe1d-586f-4b28-9005-eb11788ec385" providerId="ADAL" clId="{CE2F0D24-60E9-4C7E-820B-248505F03A4B}" dt="2026-04-13T02:13:04.459" v="569" actId="1036"/>
          <ac:cxnSpMkLst>
            <pc:docMk/>
            <pc:sldMk cId="1827379917" sldId="276"/>
            <ac:cxnSpMk id="55" creationId="{85698C0E-7239-D20B-9CD8-BAF5D694AAB2}"/>
          </ac:cxnSpMkLst>
        </pc:cxnChg>
      </pc:sldChg>
      <pc:sldChg chg="del">
        <pc:chgData name="SHIN HYUN KIL" userId="d5bffe1d-586f-4b28-9005-eb11788ec385" providerId="ADAL" clId="{CE2F0D24-60E9-4C7E-820B-248505F03A4B}" dt="2026-04-13T02:04:58.618" v="0" actId="47"/>
        <pc:sldMkLst>
          <pc:docMk/>
          <pc:sldMk cId="528300896" sldId="277"/>
        </pc:sldMkLst>
      </pc:sldChg>
      <pc:sldChg chg="addSp delSp modSp new mod">
        <pc:chgData name="SHIN HYUN KIL" userId="d5bffe1d-586f-4b28-9005-eb11788ec385" providerId="ADAL" clId="{CE2F0D24-60E9-4C7E-820B-248505F03A4B}" dt="2026-04-13T02:22:35.912" v="1488" actId="1036"/>
        <pc:sldMkLst>
          <pc:docMk/>
          <pc:sldMk cId="1606282243" sldId="279"/>
        </pc:sldMkLst>
        <pc:spChg chg="del">
          <ac:chgData name="SHIN HYUN KIL" userId="d5bffe1d-586f-4b28-9005-eb11788ec385" providerId="ADAL" clId="{CE2F0D24-60E9-4C7E-820B-248505F03A4B}" dt="2026-04-13T02:10:16.549" v="295" actId="478"/>
          <ac:spMkLst>
            <pc:docMk/>
            <pc:sldMk cId="1606282243" sldId="279"/>
            <ac:spMk id="2" creationId="{81C4C24F-A615-71D0-3E66-51A39A87C615}"/>
          </ac:spMkLst>
        </pc:spChg>
        <pc:spChg chg="del">
          <ac:chgData name="SHIN HYUN KIL" userId="d5bffe1d-586f-4b28-9005-eb11788ec385" providerId="ADAL" clId="{CE2F0D24-60E9-4C7E-820B-248505F03A4B}" dt="2026-04-13T02:10:17.288" v="296" actId="478"/>
          <ac:spMkLst>
            <pc:docMk/>
            <pc:sldMk cId="1606282243" sldId="279"/>
            <ac:spMk id="3" creationId="{F75F0650-1270-9FD0-2799-39C495E59AFC}"/>
          </ac:spMkLst>
        </pc:spChg>
        <pc:spChg chg="mod">
          <ac:chgData name="SHIN HYUN KIL" userId="d5bffe1d-586f-4b28-9005-eb11788ec385" providerId="ADAL" clId="{CE2F0D24-60E9-4C7E-820B-248505F03A4B}" dt="2026-04-13T02:10:14.016" v="294"/>
          <ac:spMkLst>
            <pc:docMk/>
            <pc:sldMk cId="1606282243" sldId="279"/>
            <ac:spMk id="5" creationId="{E1569A9B-937D-49C9-A9AB-F5B816D9B439}"/>
          </ac:spMkLst>
        </pc:spChg>
        <pc:spChg chg="mod">
          <ac:chgData name="SHIN HYUN KIL" userId="d5bffe1d-586f-4b28-9005-eb11788ec385" providerId="ADAL" clId="{CE2F0D24-60E9-4C7E-820B-248505F03A4B}" dt="2026-04-13T02:10:14.016" v="294"/>
          <ac:spMkLst>
            <pc:docMk/>
            <pc:sldMk cId="1606282243" sldId="279"/>
            <ac:spMk id="6" creationId="{F3A35206-D72B-FE30-67D4-AE5E8080E354}"/>
          </ac:spMkLst>
        </pc:spChg>
        <pc:spChg chg="mod">
          <ac:chgData name="SHIN HYUN KIL" userId="d5bffe1d-586f-4b28-9005-eb11788ec385" providerId="ADAL" clId="{CE2F0D24-60E9-4C7E-820B-248505F03A4B}" dt="2026-04-13T02:10:14.016" v="294"/>
          <ac:spMkLst>
            <pc:docMk/>
            <pc:sldMk cId="1606282243" sldId="279"/>
            <ac:spMk id="7" creationId="{DBAEC78B-CC6D-1AE5-B4B8-9EF58F9B1118}"/>
          </ac:spMkLst>
        </pc:spChg>
        <pc:spChg chg="mod">
          <ac:chgData name="SHIN HYUN KIL" userId="d5bffe1d-586f-4b28-9005-eb11788ec385" providerId="ADAL" clId="{CE2F0D24-60E9-4C7E-820B-248505F03A4B}" dt="2026-04-13T02:10:14.016" v="294"/>
          <ac:spMkLst>
            <pc:docMk/>
            <pc:sldMk cId="1606282243" sldId="279"/>
            <ac:spMk id="8" creationId="{423A983E-8C60-022C-315B-60F69CD0C1A8}"/>
          </ac:spMkLst>
        </pc:spChg>
        <pc:spChg chg="add del mod">
          <ac:chgData name="SHIN HYUN KIL" userId="d5bffe1d-586f-4b28-9005-eb11788ec385" providerId="ADAL" clId="{CE2F0D24-60E9-4C7E-820B-248505F03A4B}" dt="2026-04-13T02:10:31.083" v="303" actId="478"/>
          <ac:spMkLst>
            <pc:docMk/>
            <pc:sldMk cId="1606282243" sldId="279"/>
            <ac:spMk id="9" creationId="{C2176F35-D30A-0DB6-29C5-C60998CBDF0C}"/>
          </ac:spMkLst>
        </pc:spChg>
        <pc:spChg chg="add del mod">
          <ac:chgData name="SHIN HYUN KIL" userId="d5bffe1d-586f-4b28-9005-eb11788ec385" providerId="ADAL" clId="{CE2F0D24-60E9-4C7E-820B-248505F03A4B}" dt="2026-04-13T02:10:31.083" v="303" actId="478"/>
          <ac:spMkLst>
            <pc:docMk/>
            <pc:sldMk cId="1606282243" sldId="279"/>
            <ac:spMk id="11" creationId="{A4B9479D-AE61-14DE-D86C-B9FF52DC799E}"/>
          </ac:spMkLst>
        </pc:spChg>
        <pc:spChg chg="add del mod">
          <ac:chgData name="SHIN HYUN KIL" userId="d5bffe1d-586f-4b28-9005-eb11788ec385" providerId="ADAL" clId="{CE2F0D24-60E9-4C7E-820B-248505F03A4B}" dt="2026-04-13T02:10:31.083" v="303" actId="478"/>
          <ac:spMkLst>
            <pc:docMk/>
            <pc:sldMk cId="1606282243" sldId="279"/>
            <ac:spMk id="12" creationId="{851AB881-991E-2F31-43B9-74DBC8BF1F7C}"/>
          </ac:spMkLst>
        </pc:spChg>
        <pc:spChg chg="mod">
          <ac:chgData name="SHIN HYUN KIL" userId="d5bffe1d-586f-4b28-9005-eb11788ec385" providerId="ADAL" clId="{CE2F0D24-60E9-4C7E-820B-248505F03A4B}" dt="2026-04-13T02:10:14.016" v="294"/>
          <ac:spMkLst>
            <pc:docMk/>
            <pc:sldMk cId="1606282243" sldId="279"/>
            <ac:spMk id="14" creationId="{C2CABCC3-5503-FB23-21B8-BE59F900410A}"/>
          </ac:spMkLst>
        </pc:spChg>
        <pc:spChg chg="mod">
          <ac:chgData name="SHIN HYUN KIL" userId="d5bffe1d-586f-4b28-9005-eb11788ec385" providerId="ADAL" clId="{CE2F0D24-60E9-4C7E-820B-248505F03A4B}" dt="2026-04-13T02:10:14.016" v="294"/>
          <ac:spMkLst>
            <pc:docMk/>
            <pc:sldMk cId="1606282243" sldId="279"/>
            <ac:spMk id="15" creationId="{B7B2555B-935C-4F4A-5839-26538A6A8A11}"/>
          </ac:spMkLst>
        </pc:spChg>
        <pc:spChg chg="mod">
          <ac:chgData name="SHIN HYUN KIL" userId="d5bffe1d-586f-4b28-9005-eb11788ec385" providerId="ADAL" clId="{CE2F0D24-60E9-4C7E-820B-248505F03A4B}" dt="2026-04-13T02:10:14.016" v="294"/>
          <ac:spMkLst>
            <pc:docMk/>
            <pc:sldMk cId="1606282243" sldId="279"/>
            <ac:spMk id="16" creationId="{B32AC510-70D7-AAEA-33F2-BA394ABCCAA8}"/>
          </ac:spMkLst>
        </pc:spChg>
        <pc:spChg chg="mod">
          <ac:chgData name="SHIN HYUN KIL" userId="d5bffe1d-586f-4b28-9005-eb11788ec385" providerId="ADAL" clId="{CE2F0D24-60E9-4C7E-820B-248505F03A4B}" dt="2026-04-13T02:10:14.016" v="294"/>
          <ac:spMkLst>
            <pc:docMk/>
            <pc:sldMk cId="1606282243" sldId="279"/>
            <ac:spMk id="17" creationId="{40D80C8A-CE98-4776-6527-1F81871800E9}"/>
          </ac:spMkLst>
        </pc:spChg>
        <pc:spChg chg="add del mod">
          <ac:chgData name="SHIN HYUN KIL" userId="d5bffe1d-586f-4b28-9005-eb11788ec385" providerId="ADAL" clId="{CE2F0D24-60E9-4C7E-820B-248505F03A4B}" dt="2026-04-13T02:10:20.506" v="297" actId="478"/>
          <ac:spMkLst>
            <pc:docMk/>
            <pc:sldMk cId="1606282243" sldId="279"/>
            <ac:spMk id="20" creationId="{2F18C58C-8794-74C2-3DB0-606C1240396F}"/>
          </ac:spMkLst>
        </pc:spChg>
        <pc:spChg chg="mod">
          <ac:chgData name="SHIN HYUN KIL" userId="d5bffe1d-586f-4b28-9005-eb11788ec385" providerId="ADAL" clId="{CE2F0D24-60E9-4C7E-820B-248505F03A4B}" dt="2026-04-13T02:10:31.258" v="304"/>
          <ac:spMkLst>
            <pc:docMk/>
            <pc:sldMk cId="1606282243" sldId="279"/>
            <ac:spMk id="22" creationId="{B3FDE576-0793-7921-B232-EE9CD59320E5}"/>
          </ac:spMkLst>
        </pc:spChg>
        <pc:spChg chg="mod">
          <ac:chgData name="SHIN HYUN KIL" userId="d5bffe1d-586f-4b28-9005-eb11788ec385" providerId="ADAL" clId="{CE2F0D24-60E9-4C7E-820B-248505F03A4B}" dt="2026-04-13T02:10:31.258" v="304"/>
          <ac:spMkLst>
            <pc:docMk/>
            <pc:sldMk cId="1606282243" sldId="279"/>
            <ac:spMk id="23" creationId="{3FF95040-9D20-E755-D072-77EE710AFB5F}"/>
          </ac:spMkLst>
        </pc:spChg>
        <pc:spChg chg="mod">
          <ac:chgData name="SHIN HYUN KIL" userId="d5bffe1d-586f-4b28-9005-eb11788ec385" providerId="ADAL" clId="{CE2F0D24-60E9-4C7E-820B-248505F03A4B}" dt="2026-04-13T02:10:31.258" v="304"/>
          <ac:spMkLst>
            <pc:docMk/>
            <pc:sldMk cId="1606282243" sldId="279"/>
            <ac:spMk id="24" creationId="{E0C21AF5-3F3B-5E62-0D1D-F74BC349C65F}"/>
          </ac:spMkLst>
        </pc:spChg>
        <pc:spChg chg="mod">
          <ac:chgData name="SHIN HYUN KIL" userId="d5bffe1d-586f-4b28-9005-eb11788ec385" providerId="ADAL" clId="{CE2F0D24-60E9-4C7E-820B-248505F03A4B}" dt="2026-04-13T02:10:31.258" v="304"/>
          <ac:spMkLst>
            <pc:docMk/>
            <pc:sldMk cId="1606282243" sldId="279"/>
            <ac:spMk id="25" creationId="{8568311F-A5D3-DA8E-4ECC-B7C0661E2C9C}"/>
          </ac:spMkLst>
        </pc:spChg>
        <pc:spChg chg="add del mod">
          <ac:chgData name="SHIN HYUN KIL" userId="d5bffe1d-586f-4b28-9005-eb11788ec385" providerId="ADAL" clId="{CE2F0D24-60E9-4C7E-820B-248505F03A4B}" dt="2026-04-13T02:17:10.401" v="940" actId="478"/>
          <ac:spMkLst>
            <pc:docMk/>
            <pc:sldMk cId="1606282243" sldId="279"/>
            <ac:spMk id="26" creationId="{381E8EDE-8710-3720-4C5B-8D8F6CAD25E9}"/>
          </ac:spMkLst>
        </pc:spChg>
        <pc:spChg chg="add del mod">
          <ac:chgData name="SHIN HYUN KIL" userId="d5bffe1d-586f-4b28-9005-eb11788ec385" providerId="ADAL" clId="{CE2F0D24-60E9-4C7E-820B-248505F03A4B}" dt="2026-04-13T02:17:10.401" v="940" actId="478"/>
          <ac:spMkLst>
            <pc:docMk/>
            <pc:sldMk cId="1606282243" sldId="279"/>
            <ac:spMk id="28" creationId="{3E8E37C4-E77F-53E2-1946-D6EC3CB74214}"/>
          </ac:spMkLst>
        </pc:spChg>
        <pc:spChg chg="add del mod">
          <ac:chgData name="SHIN HYUN KIL" userId="d5bffe1d-586f-4b28-9005-eb11788ec385" providerId="ADAL" clId="{CE2F0D24-60E9-4C7E-820B-248505F03A4B}" dt="2026-04-13T02:17:10.401" v="940" actId="478"/>
          <ac:spMkLst>
            <pc:docMk/>
            <pc:sldMk cId="1606282243" sldId="279"/>
            <ac:spMk id="29" creationId="{AA2FAD69-DF3C-6ABB-8ACC-0F839ACD0AAA}"/>
          </ac:spMkLst>
        </pc:spChg>
        <pc:spChg chg="mod">
          <ac:chgData name="SHIN HYUN KIL" userId="d5bffe1d-586f-4b28-9005-eb11788ec385" providerId="ADAL" clId="{CE2F0D24-60E9-4C7E-820B-248505F03A4B}" dt="2026-04-13T02:10:31.258" v="304"/>
          <ac:spMkLst>
            <pc:docMk/>
            <pc:sldMk cId="1606282243" sldId="279"/>
            <ac:spMk id="31" creationId="{F89F3F4C-FC63-CEDC-31A6-D9233D2222D0}"/>
          </ac:spMkLst>
        </pc:spChg>
        <pc:spChg chg="mod">
          <ac:chgData name="SHIN HYUN KIL" userId="d5bffe1d-586f-4b28-9005-eb11788ec385" providerId="ADAL" clId="{CE2F0D24-60E9-4C7E-820B-248505F03A4B}" dt="2026-04-13T02:10:31.258" v="304"/>
          <ac:spMkLst>
            <pc:docMk/>
            <pc:sldMk cId="1606282243" sldId="279"/>
            <ac:spMk id="32" creationId="{FAC3FF4E-2A21-5863-29F8-22DB899FEE9B}"/>
          </ac:spMkLst>
        </pc:spChg>
        <pc:spChg chg="mod">
          <ac:chgData name="SHIN HYUN KIL" userId="d5bffe1d-586f-4b28-9005-eb11788ec385" providerId="ADAL" clId="{CE2F0D24-60E9-4C7E-820B-248505F03A4B}" dt="2026-04-13T02:10:31.258" v="304"/>
          <ac:spMkLst>
            <pc:docMk/>
            <pc:sldMk cId="1606282243" sldId="279"/>
            <ac:spMk id="33" creationId="{43DB7F51-CF15-F02A-5DB0-FB069727C14D}"/>
          </ac:spMkLst>
        </pc:spChg>
        <pc:spChg chg="mod">
          <ac:chgData name="SHIN HYUN KIL" userId="d5bffe1d-586f-4b28-9005-eb11788ec385" providerId="ADAL" clId="{CE2F0D24-60E9-4C7E-820B-248505F03A4B}" dt="2026-04-13T02:10:31.258" v="304"/>
          <ac:spMkLst>
            <pc:docMk/>
            <pc:sldMk cId="1606282243" sldId="279"/>
            <ac:spMk id="34" creationId="{826EDAF1-FCAE-A63F-788D-8B0F3B979FBB}"/>
          </ac:spMkLst>
        </pc:spChg>
        <pc:spChg chg="mod">
          <ac:chgData name="SHIN HYUN KIL" userId="d5bffe1d-586f-4b28-9005-eb11788ec385" providerId="ADAL" clId="{CE2F0D24-60E9-4C7E-820B-248505F03A4B}" dt="2026-04-13T02:10:31.258" v="304"/>
          <ac:spMkLst>
            <pc:docMk/>
            <pc:sldMk cId="1606282243" sldId="279"/>
            <ac:spMk id="36" creationId="{55941562-1274-0E86-2376-D23052F27DC2}"/>
          </ac:spMkLst>
        </pc:spChg>
        <pc:spChg chg="mod">
          <ac:chgData name="SHIN HYUN KIL" userId="d5bffe1d-586f-4b28-9005-eb11788ec385" providerId="ADAL" clId="{CE2F0D24-60E9-4C7E-820B-248505F03A4B}" dt="2026-04-13T02:10:31.258" v="304"/>
          <ac:spMkLst>
            <pc:docMk/>
            <pc:sldMk cId="1606282243" sldId="279"/>
            <ac:spMk id="37" creationId="{3021FE27-2114-0118-B4C1-4ED24633D82A}"/>
          </ac:spMkLst>
        </pc:spChg>
        <pc:spChg chg="mod">
          <ac:chgData name="SHIN HYUN KIL" userId="d5bffe1d-586f-4b28-9005-eb11788ec385" providerId="ADAL" clId="{CE2F0D24-60E9-4C7E-820B-248505F03A4B}" dt="2026-04-13T02:10:31.258" v="304"/>
          <ac:spMkLst>
            <pc:docMk/>
            <pc:sldMk cId="1606282243" sldId="279"/>
            <ac:spMk id="38" creationId="{39BBC122-0083-0558-321A-2F2877F39D77}"/>
          </ac:spMkLst>
        </pc:spChg>
        <pc:spChg chg="mod">
          <ac:chgData name="SHIN HYUN KIL" userId="d5bffe1d-586f-4b28-9005-eb11788ec385" providerId="ADAL" clId="{CE2F0D24-60E9-4C7E-820B-248505F03A4B}" dt="2026-04-13T02:10:31.258" v="304"/>
          <ac:spMkLst>
            <pc:docMk/>
            <pc:sldMk cId="1606282243" sldId="279"/>
            <ac:spMk id="39" creationId="{D5E10F9B-97B3-4862-190E-341CD32148F3}"/>
          </ac:spMkLst>
        </pc:spChg>
        <pc:spChg chg="mod">
          <ac:chgData name="SHIN HYUN KIL" userId="d5bffe1d-586f-4b28-9005-eb11788ec385" providerId="ADAL" clId="{CE2F0D24-60E9-4C7E-820B-248505F03A4B}" dt="2026-04-13T02:10:31.258" v="304"/>
          <ac:spMkLst>
            <pc:docMk/>
            <pc:sldMk cId="1606282243" sldId="279"/>
            <ac:spMk id="41" creationId="{A930EE38-4EF4-B260-4006-796E79FDD2F0}"/>
          </ac:spMkLst>
        </pc:spChg>
        <pc:spChg chg="mod">
          <ac:chgData name="SHIN HYUN KIL" userId="d5bffe1d-586f-4b28-9005-eb11788ec385" providerId="ADAL" clId="{CE2F0D24-60E9-4C7E-820B-248505F03A4B}" dt="2026-04-13T02:10:31.258" v="304"/>
          <ac:spMkLst>
            <pc:docMk/>
            <pc:sldMk cId="1606282243" sldId="279"/>
            <ac:spMk id="42" creationId="{A6C96874-8754-1699-687F-5E7CAAE897B2}"/>
          </ac:spMkLst>
        </pc:spChg>
        <pc:spChg chg="mod">
          <ac:chgData name="SHIN HYUN KIL" userId="d5bffe1d-586f-4b28-9005-eb11788ec385" providerId="ADAL" clId="{CE2F0D24-60E9-4C7E-820B-248505F03A4B}" dt="2026-04-13T02:10:31.258" v="304"/>
          <ac:spMkLst>
            <pc:docMk/>
            <pc:sldMk cId="1606282243" sldId="279"/>
            <ac:spMk id="43" creationId="{2D38340F-5F75-2209-280F-F7481F66F208}"/>
          </ac:spMkLst>
        </pc:spChg>
        <pc:spChg chg="mod">
          <ac:chgData name="SHIN HYUN KIL" userId="d5bffe1d-586f-4b28-9005-eb11788ec385" providerId="ADAL" clId="{CE2F0D24-60E9-4C7E-820B-248505F03A4B}" dt="2026-04-13T02:10:31.258" v="304"/>
          <ac:spMkLst>
            <pc:docMk/>
            <pc:sldMk cId="1606282243" sldId="279"/>
            <ac:spMk id="44" creationId="{A24E7115-C059-042F-EB15-34F9AA0CE6C1}"/>
          </ac:spMkLst>
        </pc:spChg>
        <pc:spChg chg="mod">
          <ac:chgData name="SHIN HYUN KIL" userId="d5bffe1d-586f-4b28-9005-eb11788ec385" providerId="ADAL" clId="{CE2F0D24-60E9-4C7E-820B-248505F03A4B}" dt="2026-04-13T02:10:31.258" v="304"/>
          <ac:spMkLst>
            <pc:docMk/>
            <pc:sldMk cId="1606282243" sldId="279"/>
            <ac:spMk id="46" creationId="{F7F81920-0CAA-8C41-5500-4A46804A80B2}"/>
          </ac:spMkLst>
        </pc:spChg>
        <pc:spChg chg="mod">
          <ac:chgData name="SHIN HYUN KIL" userId="d5bffe1d-586f-4b28-9005-eb11788ec385" providerId="ADAL" clId="{CE2F0D24-60E9-4C7E-820B-248505F03A4B}" dt="2026-04-13T02:10:31.258" v="304"/>
          <ac:spMkLst>
            <pc:docMk/>
            <pc:sldMk cId="1606282243" sldId="279"/>
            <ac:spMk id="47" creationId="{BFEFC915-3E3C-A176-109C-4FC6608B9969}"/>
          </ac:spMkLst>
        </pc:spChg>
        <pc:spChg chg="mod">
          <ac:chgData name="SHIN HYUN KIL" userId="d5bffe1d-586f-4b28-9005-eb11788ec385" providerId="ADAL" clId="{CE2F0D24-60E9-4C7E-820B-248505F03A4B}" dt="2026-04-13T02:10:31.258" v="304"/>
          <ac:spMkLst>
            <pc:docMk/>
            <pc:sldMk cId="1606282243" sldId="279"/>
            <ac:spMk id="48" creationId="{8FCFF2C1-1B75-529C-109D-30A18A59C5ED}"/>
          </ac:spMkLst>
        </pc:spChg>
        <pc:spChg chg="mod">
          <ac:chgData name="SHIN HYUN KIL" userId="d5bffe1d-586f-4b28-9005-eb11788ec385" providerId="ADAL" clId="{CE2F0D24-60E9-4C7E-820B-248505F03A4B}" dt="2026-04-13T02:10:31.258" v="304"/>
          <ac:spMkLst>
            <pc:docMk/>
            <pc:sldMk cId="1606282243" sldId="279"/>
            <ac:spMk id="49" creationId="{9E3DEB90-364F-AE7A-5168-B2EA54118081}"/>
          </ac:spMkLst>
        </pc:spChg>
        <pc:spChg chg="mod">
          <ac:chgData name="SHIN HYUN KIL" userId="d5bffe1d-586f-4b28-9005-eb11788ec385" providerId="ADAL" clId="{CE2F0D24-60E9-4C7E-820B-248505F03A4B}" dt="2026-04-13T02:10:31.258" v="304"/>
          <ac:spMkLst>
            <pc:docMk/>
            <pc:sldMk cId="1606282243" sldId="279"/>
            <ac:spMk id="51" creationId="{B95CE2B8-E1F3-665B-AB1B-A7867B2582AE}"/>
          </ac:spMkLst>
        </pc:spChg>
        <pc:spChg chg="mod">
          <ac:chgData name="SHIN HYUN KIL" userId="d5bffe1d-586f-4b28-9005-eb11788ec385" providerId="ADAL" clId="{CE2F0D24-60E9-4C7E-820B-248505F03A4B}" dt="2026-04-13T02:10:31.258" v="304"/>
          <ac:spMkLst>
            <pc:docMk/>
            <pc:sldMk cId="1606282243" sldId="279"/>
            <ac:spMk id="52" creationId="{C5EFC7E2-1390-53E6-9AE8-4D921E81582D}"/>
          </ac:spMkLst>
        </pc:spChg>
        <pc:spChg chg="mod">
          <ac:chgData name="SHIN HYUN KIL" userId="d5bffe1d-586f-4b28-9005-eb11788ec385" providerId="ADAL" clId="{CE2F0D24-60E9-4C7E-820B-248505F03A4B}" dt="2026-04-13T02:10:31.258" v="304"/>
          <ac:spMkLst>
            <pc:docMk/>
            <pc:sldMk cId="1606282243" sldId="279"/>
            <ac:spMk id="53" creationId="{E4179B69-3E2A-62C3-5082-A0728A8DB97B}"/>
          </ac:spMkLst>
        </pc:spChg>
        <pc:spChg chg="mod">
          <ac:chgData name="SHIN HYUN KIL" userId="d5bffe1d-586f-4b28-9005-eb11788ec385" providerId="ADAL" clId="{CE2F0D24-60E9-4C7E-820B-248505F03A4B}" dt="2026-04-13T02:10:31.258" v="304"/>
          <ac:spMkLst>
            <pc:docMk/>
            <pc:sldMk cId="1606282243" sldId="279"/>
            <ac:spMk id="54" creationId="{18FD50F0-8488-716F-E8E1-F0AFCCB835E7}"/>
          </ac:spMkLst>
        </pc:spChg>
        <pc:spChg chg="add del mod">
          <ac:chgData name="SHIN HYUN KIL" userId="d5bffe1d-586f-4b28-9005-eb11788ec385" providerId="ADAL" clId="{CE2F0D24-60E9-4C7E-820B-248505F03A4B}" dt="2026-04-13T02:17:10.401" v="940" actId="478"/>
          <ac:spMkLst>
            <pc:docMk/>
            <pc:sldMk cId="1606282243" sldId="279"/>
            <ac:spMk id="55" creationId="{9132EC82-6FFE-F4A6-F503-54051E2F13B0}"/>
          </ac:spMkLst>
        </pc:spChg>
        <pc:spChg chg="add del mod">
          <ac:chgData name="SHIN HYUN KIL" userId="d5bffe1d-586f-4b28-9005-eb11788ec385" providerId="ADAL" clId="{CE2F0D24-60E9-4C7E-820B-248505F03A4B}" dt="2026-04-13T02:17:10.401" v="940" actId="478"/>
          <ac:spMkLst>
            <pc:docMk/>
            <pc:sldMk cId="1606282243" sldId="279"/>
            <ac:spMk id="56" creationId="{4D1AD6D1-DF07-356E-00FC-C5248AD3EAB9}"/>
          </ac:spMkLst>
        </pc:spChg>
        <pc:spChg chg="add del mod">
          <ac:chgData name="SHIN HYUN KIL" userId="d5bffe1d-586f-4b28-9005-eb11788ec385" providerId="ADAL" clId="{CE2F0D24-60E9-4C7E-820B-248505F03A4B}" dt="2026-04-13T02:17:10.401" v="940" actId="478"/>
          <ac:spMkLst>
            <pc:docMk/>
            <pc:sldMk cId="1606282243" sldId="279"/>
            <ac:spMk id="57" creationId="{F7E7117D-2E4E-1C8E-6DD9-6E45D4D42EC6}"/>
          </ac:spMkLst>
        </pc:spChg>
        <pc:spChg chg="add del mod">
          <ac:chgData name="SHIN HYUN KIL" userId="d5bffe1d-586f-4b28-9005-eb11788ec385" providerId="ADAL" clId="{CE2F0D24-60E9-4C7E-820B-248505F03A4B}" dt="2026-04-13T02:17:10.401" v="940" actId="478"/>
          <ac:spMkLst>
            <pc:docMk/>
            <pc:sldMk cId="1606282243" sldId="279"/>
            <ac:spMk id="58" creationId="{BC5554B0-88C4-C76D-464E-D1F61594599F}"/>
          </ac:spMkLst>
        </pc:spChg>
        <pc:spChg chg="add del mod">
          <ac:chgData name="SHIN HYUN KIL" userId="d5bffe1d-586f-4b28-9005-eb11788ec385" providerId="ADAL" clId="{CE2F0D24-60E9-4C7E-820B-248505F03A4B}" dt="2026-04-13T02:17:10.401" v="940" actId="478"/>
          <ac:spMkLst>
            <pc:docMk/>
            <pc:sldMk cId="1606282243" sldId="279"/>
            <ac:spMk id="59" creationId="{331D23EF-BA5D-EA48-B58E-5CB215C90215}"/>
          </ac:spMkLst>
        </pc:spChg>
        <pc:spChg chg="add del mod">
          <ac:chgData name="SHIN HYUN KIL" userId="d5bffe1d-586f-4b28-9005-eb11788ec385" providerId="ADAL" clId="{CE2F0D24-60E9-4C7E-820B-248505F03A4B}" dt="2026-04-13T02:17:10.401" v="940" actId="478"/>
          <ac:spMkLst>
            <pc:docMk/>
            <pc:sldMk cId="1606282243" sldId="279"/>
            <ac:spMk id="63" creationId="{19BD37E3-24EA-2B76-F6C9-78E305F6F7F9}"/>
          </ac:spMkLst>
        </pc:spChg>
        <pc:spChg chg="add del mod">
          <ac:chgData name="SHIN HYUN KIL" userId="d5bffe1d-586f-4b28-9005-eb11788ec385" providerId="ADAL" clId="{CE2F0D24-60E9-4C7E-820B-248505F03A4B}" dt="2026-04-13T02:17:10.401" v="940" actId="478"/>
          <ac:spMkLst>
            <pc:docMk/>
            <pc:sldMk cId="1606282243" sldId="279"/>
            <ac:spMk id="64" creationId="{E207FDB9-67C8-CF61-3339-EA78F3BC927F}"/>
          </ac:spMkLst>
        </pc:spChg>
        <pc:spChg chg="add del mod">
          <ac:chgData name="SHIN HYUN KIL" userId="d5bffe1d-586f-4b28-9005-eb11788ec385" providerId="ADAL" clId="{CE2F0D24-60E9-4C7E-820B-248505F03A4B}" dt="2026-04-13T02:10:36.829" v="305" actId="478"/>
          <ac:spMkLst>
            <pc:docMk/>
            <pc:sldMk cId="1606282243" sldId="279"/>
            <ac:spMk id="68" creationId="{7F16691F-9A2A-A9C3-8D45-C3C8EAECB72E}"/>
          </ac:spMkLst>
        </pc:spChg>
        <pc:spChg chg="add del mod">
          <ac:chgData name="SHIN HYUN KIL" userId="d5bffe1d-586f-4b28-9005-eb11788ec385" providerId="ADAL" clId="{CE2F0D24-60E9-4C7E-820B-248505F03A4B}" dt="2026-04-13T02:10:36.829" v="305" actId="478"/>
          <ac:spMkLst>
            <pc:docMk/>
            <pc:sldMk cId="1606282243" sldId="279"/>
            <ac:spMk id="69" creationId="{A659F67B-1CAC-A2DF-A176-8AE744DE02EC}"/>
          </ac:spMkLst>
        </pc:spChg>
        <pc:spChg chg="add del mod">
          <ac:chgData name="SHIN HYUN KIL" userId="d5bffe1d-586f-4b28-9005-eb11788ec385" providerId="ADAL" clId="{CE2F0D24-60E9-4C7E-820B-248505F03A4B}" dt="2026-04-13T02:10:36.829" v="305" actId="478"/>
          <ac:spMkLst>
            <pc:docMk/>
            <pc:sldMk cId="1606282243" sldId="279"/>
            <ac:spMk id="70" creationId="{5EBC0EF1-DA16-AFD2-860E-7662F8981A54}"/>
          </ac:spMkLst>
        </pc:spChg>
        <pc:spChg chg="mod">
          <ac:chgData name="SHIN HYUN KIL" userId="d5bffe1d-586f-4b28-9005-eb11788ec385" providerId="ADAL" clId="{CE2F0D24-60E9-4C7E-820B-248505F03A4B}" dt="2026-04-13T02:14:20.047" v="853"/>
          <ac:spMkLst>
            <pc:docMk/>
            <pc:sldMk cId="1606282243" sldId="279"/>
            <ac:spMk id="73" creationId="{93BBC370-7156-D73A-896B-0A40B18CF412}"/>
          </ac:spMkLst>
        </pc:spChg>
        <pc:spChg chg="mod">
          <ac:chgData name="SHIN HYUN KIL" userId="d5bffe1d-586f-4b28-9005-eb11788ec385" providerId="ADAL" clId="{CE2F0D24-60E9-4C7E-820B-248505F03A4B}" dt="2026-04-13T02:14:20.047" v="853"/>
          <ac:spMkLst>
            <pc:docMk/>
            <pc:sldMk cId="1606282243" sldId="279"/>
            <ac:spMk id="74" creationId="{42661454-D418-70D0-761C-40AF664F9407}"/>
          </ac:spMkLst>
        </pc:spChg>
        <pc:spChg chg="mod">
          <ac:chgData name="SHIN HYUN KIL" userId="d5bffe1d-586f-4b28-9005-eb11788ec385" providerId="ADAL" clId="{CE2F0D24-60E9-4C7E-820B-248505F03A4B}" dt="2026-04-13T02:14:20.047" v="853"/>
          <ac:spMkLst>
            <pc:docMk/>
            <pc:sldMk cId="1606282243" sldId="279"/>
            <ac:spMk id="75" creationId="{D53B3AB4-DF6C-DAE1-D5FC-5915DD1065A0}"/>
          </ac:spMkLst>
        </pc:spChg>
        <pc:spChg chg="mod">
          <ac:chgData name="SHIN HYUN KIL" userId="d5bffe1d-586f-4b28-9005-eb11788ec385" providerId="ADAL" clId="{CE2F0D24-60E9-4C7E-820B-248505F03A4B}" dt="2026-04-13T02:14:20.047" v="853"/>
          <ac:spMkLst>
            <pc:docMk/>
            <pc:sldMk cId="1606282243" sldId="279"/>
            <ac:spMk id="76" creationId="{3A85F403-0F67-F9C4-3F1C-3F0A2C386262}"/>
          </ac:spMkLst>
        </pc:spChg>
        <pc:spChg chg="mod">
          <ac:chgData name="SHIN HYUN KIL" userId="d5bffe1d-586f-4b28-9005-eb11788ec385" providerId="ADAL" clId="{CE2F0D24-60E9-4C7E-820B-248505F03A4B}" dt="2026-04-13T02:14:23.413" v="855"/>
          <ac:spMkLst>
            <pc:docMk/>
            <pc:sldMk cId="1606282243" sldId="279"/>
            <ac:spMk id="78" creationId="{5EF78813-E53C-EE21-A567-6AB3928FCE1A}"/>
          </ac:spMkLst>
        </pc:spChg>
        <pc:spChg chg="mod">
          <ac:chgData name="SHIN HYUN KIL" userId="d5bffe1d-586f-4b28-9005-eb11788ec385" providerId="ADAL" clId="{CE2F0D24-60E9-4C7E-820B-248505F03A4B}" dt="2026-04-13T02:14:23.413" v="855"/>
          <ac:spMkLst>
            <pc:docMk/>
            <pc:sldMk cId="1606282243" sldId="279"/>
            <ac:spMk id="79" creationId="{2BC1879E-A1E8-FF2E-1763-BC8BC52295A6}"/>
          </ac:spMkLst>
        </pc:spChg>
        <pc:spChg chg="mod">
          <ac:chgData name="SHIN HYUN KIL" userId="d5bffe1d-586f-4b28-9005-eb11788ec385" providerId="ADAL" clId="{CE2F0D24-60E9-4C7E-820B-248505F03A4B}" dt="2026-04-13T02:14:23.413" v="855"/>
          <ac:spMkLst>
            <pc:docMk/>
            <pc:sldMk cId="1606282243" sldId="279"/>
            <ac:spMk id="80" creationId="{902275FB-6729-1A09-0DF5-EEBE84A3ED96}"/>
          </ac:spMkLst>
        </pc:spChg>
        <pc:spChg chg="mod">
          <ac:chgData name="SHIN HYUN KIL" userId="d5bffe1d-586f-4b28-9005-eb11788ec385" providerId="ADAL" clId="{CE2F0D24-60E9-4C7E-820B-248505F03A4B}" dt="2026-04-13T02:14:23.413" v="855"/>
          <ac:spMkLst>
            <pc:docMk/>
            <pc:sldMk cId="1606282243" sldId="279"/>
            <ac:spMk id="81" creationId="{D078E4DC-277F-A942-5088-ABDAADABEDC7}"/>
          </ac:spMkLst>
        </pc:spChg>
        <pc:spChg chg="mod">
          <ac:chgData name="SHIN HYUN KIL" userId="d5bffe1d-586f-4b28-9005-eb11788ec385" providerId="ADAL" clId="{CE2F0D24-60E9-4C7E-820B-248505F03A4B}" dt="2026-04-13T02:14:34.528" v="858"/>
          <ac:spMkLst>
            <pc:docMk/>
            <pc:sldMk cId="1606282243" sldId="279"/>
            <ac:spMk id="83" creationId="{E6F429F0-8BC9-AA17-B439-0F3BF5146C2A}"/>
          </ac:spMkLst>
        </pc:spChg>
        <pc:spChg chg="mod">
          <ac:chgData name="SHIN HYUN KIL" userId="d5bffe1d-586f-4b28-9005-eb11788ec385" providerId="ADAL" clId="{CE2F0D24-60E9-4C7E-820B-248505F03A4B}" dt="2026-04-13T02:14:34.528" v="858"/>
          <ac:spMkLst>
            <pc:docMk/>
            <pc:sldMk cId="1606282243" sldId="279"/>
            <ac:spMk id="84" creationId="{7E01B2E3-C6FB-3060-A109-BC3E40867B58}"/>
          </ac:spMkLst>
        </pc:spChg>
        <pc:spChg chg="mod">
          <ac:chgData name="SHIN HYUN KIL" userId="d5bffe1d-586f-4b28-9005-eb11788ec385" providerId="ADAL" clId="{CE2F0D24-60E9-4C7E-820B-248505F03A4B}" dt="2026-04-13T02:14:34.528" v="858"/>
          <ac:spMkLst>
            <pc:docMk/>
            <pc:sldMk cId="1606282243" sldId="279"/>
            <ac:spMk id="85" creationId="{18E5C7F8-3271-F0AA-49CE-3F803D28D658}"/>
          </ac:spMkLst>
        </pc:spChg>
        <pc:spChg chg="mod">
          <ac:chgData name="SHIN HYUN KIL" userId="d5bffe1d-586f-4b28-9005-eb11788ec385" providerId="ADAL" clId="{CE2F0D24-60E9-4C7E-820B-248505F03A4B}" dt="2026-04-13T02:14:34.528" v="858"/>
          <ac:spMkLst>
            <pc:docMk/>
            <pc:sldMk cId="1606282243" sldId="279"/>
            <ac:spMk id="86" creationId="{47759637-2F55-BB89-4513-99A1F4AFA7F6}"/>
          </ac:spMkLst>
        </pc:spChg>
        <pc:spChg chg="mod">
          <ac:chgData name="SHIN HYUN KIL" userId="d5bffe1d-586f-4b28-9005-eb11788ec385" providerId="ADAL" clId="{CE2F0D24-60E9-4C7E-820B-248505F03A4B}" dt="2026-04-13T02:14:36.309" v="860"/>
          <ac:spMkLst>
            <pc:docMk/>
            <pc:sldMk cId="1606282243" sldId="279"/>
            <ac:spMk id="88" creationId="{3D13B619-30E2-DFEC-1BA2-934687FF4B74}"/>
          </ac:spMkLst>
        </pc:spChg>
        <pc:spChg chg="mod">
          <ac:chgData name="SHIN HYUN KIL" userId="d5bffe1d-586f-4b28-9005-eb11788ec385" providerId="ADAL" clId="{CE2F0D24-60E9-4C7E-820B-248505F03A4B}" dt="2026-04-13T02:14:36.309" v="860"/>
          <ac:spMkLst>
            <pc:docMk/>
            <pc:sldMk cId="1606282243" sldId="279"/>
            <ac:spMk id="89" creationId="{FAC49F94-9F37-052C-4956-A18ECC3D2820}"/>
          </ac:spMkLst>
        </pc:spChg>
        <pc:spChg chg="mod">
          <ac:chgData name="SHIN HYUN KIL" userId="d5bffe1d-586f-4b28-9005-eb11788ec385" providerId="ADAL" clId="{CE2F0D24-60E9-4C7E-820B-248505F03A4B}" dt="2026-04-13T02:14:36.309" v="860"/>
          <ac:spMkLst>
            <pc:docMk/>
            <pc:sldMk cId="1606282243" sldId="279"/>
            <ac:spMk id="90" creationId="{5117A725-34EE-8DF0-139F-CFCC38FDE1CD}"/>
          </ac:spMkLst>
        </pc:spChg>
        <pc:spChg chg="mod">
          <ac:chgData name="SHIN HYUN KIL" userId="d5bffe1d-586f-4b28-9005-eb11788ec385" providerId="ADAL" clId="{CE2F0D24-60E9-4C7E-820B-248505F03A4B}" dt="2026-04-13T02:14:36.309" v="860"/>
          <ac:spMkLst>
            <pc:docMk/>
            <pc:sldMk cId="1606282243" sldId="279"/>
            <ac:spMk id="91" creationId="{3143D152-C724-D08E-E515-C9FFDF4FD37E}"/>
          </ac:spMkLst>
        </pc:spChg>
        <pc:spChg chg="add mod">
          <ac:chgData name="SHIN HYUN KIL" userId="d5bffe1d-586f-4b28-9005-eb11788ec385" providerId="ADAL" clId="{CE2F0D24-60E9-4C7E-820B-248505F03A4B}" dt="2026-04-13T02:18:43.003" v="977" actId="1036"/>
          <ac:spMkLst>
            <pc:docMk/>
            <pc:sldMk cId="1606282243" sldId="279"/>
            <ac:spMk id="97" creationId="{F184D797-9E2C-ABF1-97A8-4037995DDD5E}"/>
          </ac:spMkLst>
        </pc:spChg>
        <pc:spChg chg="add mod ord">
          <ac:chgData name="SHIN HYUN KIL" userId="d5bffe1d-586f-4b28-9005-eb11788ec385" providerId="ADAL" clId="{CE2F0D24-60E9-4C7E-820B-248505F03A4B}" dt="2026-04-13T02:22:35.912" v="1488" actId="1036"/>
          <ac:spMkLst>
            <pc:docMk/>
            <pc:sldMk cId="1606282243" sldId="279"/>
            <ac:spMk id="101" creationId="{0EB37268-1584-FBD6-5292-F0CCF255BAFF}"/>
          </ac:spMkLst>
        </pc:spChg>
        <pc:spChg chg="add mod">
          <ac:chgData name="SHIN HYUN KIL" userId="d5bffe1d-586f-4b28-9005-eb11788ec385" providerId="ADAL" clId="{CE2F0D24-60E9-4C7E-820B-248505F03A4B}" dt="2026-04-13T02:18:43.003" v="977" actId="1036"/>
          <ac:spMkLst>
            <pc:docMk/>
            <pc:sldMk cId="1606282243" sldId="279"/>
            <ac:spMk id="102" creationId="{48494087-4EDB-1ED8-F4E3-EDC34DB46578}"/>
          </ac:spMkLst>
        </pc:spChg>
        <pc:spChg chg="add mod">
          <ac:chgData name="SHIN HYUN KIL" userId="d5bffe1d-586f-4b28-9005-eb11788ec385" providerId="ADAL" clId="{CE2F0D24-60E9-4C7E-820B-248505F03A4B}" dt="2026-04-13T02:18:43.003" v="977" actId="1036"/>
          <ac:spMkLst>
            <pc:docMk/>
            <pc:sldMk cId="1606282243" sldId="279"/>
            <ac:spMk id="103" creationId="{274E7719-28A2-C81B-CB4F-15E19724D70F}"/>
          </ac:spMkLst>
        </pc:spChg>
        <pc:spChg chg="mod">
          <ac:chgData name="SHIN HYUN KIL" userId="d5bffe1d-586f-4b28-9005-eb11788ec385" providerId="ADAL" clId="{CE2F0D24-60E9-4C7E-820B-248505F03A4B}" dt="2026-04-13T02:18:10.542" v="958"/>
          <ac:spMkLst>
            <pc:docMk/>
            <pc:sldMk cId="1606282243" sldId="279"/>
            <ac:spMk id="110" creationId="{9A7E8558-77E0-3DCA-FC31-9A9C74EAFA7B}"/>
          </ac:spMkLst>
        </pc:spChg>
        <pc:spChg chg="mod">
          <ac:chgData name="SHIN HYUN KIL" userId="d5bffe1d-586f-4b28-9005-eb11788ec385" providerId="ADAL" clId="{CE2F0D24-60E9-4C7E-820B-248505F03A4B}" dt="2026-04-13T02:18:10.542" v="958"/>
          <ac:spMkLst>
            <pc:docMk/>
            <pc:sldMk cId="1606282243" sldId="279"/>
            <ac:spMk id="111" creationId="{64760ABB-98D3-05D7-C510-DB39381E8158}"/>
          </ac:spMkLst>
        </pc:spChg>
        <pc:spChg chg="mod">
          <ac:chgData name="SHIN HYUN KIL" userId="d5bffe1d-586f-4b28-9005-eb11788ec385" providerId="ADAL" clId="{CE2F0D24-60E9-4C7E-820B-248505F03A4B}" dt="2026-04-13T02:18:10.542" v="958"/>
          <ac:spMkLst>
            <pc:docMk/>
            <pc:sldMk cId="1606282243" sldId="279"/>
            <ac:spMk id="112" creationId="{583E4463-1E9C-307B-41C9-6B3A07CF06EE}"/>
          </ac:spMkLst>
        </pc:spChg>
        <pc:spChg chg="mod">
          <ac:chgData name="SHIN HYUN KIL" userId="d5bffe1d-586f-4b28-9005-eb11788ec385" providerId="ADAL" clId="{CE2F0D24-60E9-4C7E-820B-248505F03A4B}" dt="2026-04-13T02:18:10.542" v="958"/>
          <ac:spMkLst>
            <pc:docMk/>
            <pc:sldMk cId="1606282243" sldId="279"/>
            <ac:spMk id="113" creationId="{901B3E20-78D0-FBCE-2723-24E94C8C79B0}"/>
          </ac:spMkLst>
        </pc:spChg>
        <pc:spChg chg="add mod">
          <ac:chgData name="SHIN HYUN KIL" userId="d5bffe1d-586f-4b28-9005-eb11788ec385" providerId="ADAL" clId="{CE2F0D24-60E9-4C7E-820B-248505F03A4B}" dt="2026-04-13T02:22:35.912" v="1488" actId="1036"/>
          <ac:spMkLst>
            <pc:docMk/>
            <pc:sldMk cId="1606282243" sldId="279"/>
            <ac:spMk id="114" creationId="{3F267212-5A03-2711-833B-39B647F9063D}"/>
          </ac:spMkLst>
        </pc:spChg>
        <pc:spChg chg="add mod">
          <ac:chgData name="SHIN HYUN KIL" userId="d5bffe1d-586f-4b28-9005-eb11788ec385" providerId="ADAL" clId="{CE2F0D24-60E9-4C7E-820B-248505F03A4B}" dt="2026-04-13T02:22:35.912" v="1488" actId="1036"/>
          <ac:spMkLst>
            <pc:docMk/>
            <pc:sldMk cId="1606282243" sldId="279"/>
            <ac:spMk id="116" creationId="{AF348E1E-4F0E-4CF7-15F8-15CDCC3D85B2}"/>
          </ac:spMkLst>
        </pc:spChg>
        <pc:spChg chg="add mod">
          <ac:chgData name="SHIN HYUN KIL" userId="d5bffe1d-586f-4b28-9005-eb11788ec385" providerId="ADAL" clId="{CE2F0D24-60E9-4C7E-820B-248505F03A4B}" dt="2026-04-13T02:22:35.912" v="1488" actId="1036"/>
          <ac:spMkLst>
            <pc:docMk/>
            <pc:sldMk cId="1606282243" sldId="279"/>
            <ac:spMk id="117" creationId="{64C24B8E-C2BC-24F7-EAC2-AFCF2D064094}"/>
          </ac:spMkLst>
        </pc:spChg>
        <pc:spChg chg="mod">
          <ac:chgData name="SHIN HYUN KIL" userId="d5bffe1d-586f-4b28-9005-eb11788ec385" providerId="ADAL" clId="{CE2F0D24-60E9-4C7E-820B-248505F03A4B}" dt="2026-04-13T02:18:10.542" v="958"/>
          <ac:spMkLst>
            <pc:docMk/>
            <pc:sldMk cId="1606282243" sldId="279"/>
            <ac:spMk id="119" creationId="{38F485B4-5B68-7C39-D177-42C0610BD7A2}"/>
          </ac:spMkLst>
        </pc:spChg>
        <pc:spChg chg="mod">
          <ac:chgData name="SHIN HYUN KIL" userId="d5bffe1d-586f-4b28-9005-eb11788ec385" providerId="ADAL" clId="{CE2F0D24-60E9-4C7E-820B-248505F03A4B}" dt="2026-04-13T02:18:10.542" v="958"/>
          <ac:spMkLst>
            <pc:docMk/>
            <pc:sldMk cId="1606282243" sldId="279"/>
            <ac:spMk id="120" creationId="{83211D28-E3B4-6404-1B5F-D570ED82BF04}"/>
          </ac:spMkLst>
        </pc:spChg>
        <pc:spChg chg="mod">
          <ac:chgData name="SHIN HYUN KIL" userId="d5bffe1d-586f-4b28-9005-eb11788ec385" providerId="ADAL" clId="{CE2F0D24-60E9-4C7E-820B-248505F03A4B}" dt="2026-04-13T02:18:10.542" v="958"/>
          <ac:spMkLst>
            <pc:docMk/>
            <pc:sldMk cId="1606282243" sldId="279"/>
            <ac:spMk id="121" creationId="{9AF01CE8-76BF-E370-703B-BD02C42305C7}"/>
          </ac:spMkLst>
        </pc:spChg>
        <pc:spChg chg="mod">
          <ac:chgData name="SHIN HYUN KIL" userId="d5bffe1d-586f-4b28-9005-eb11788ec385" providerId="ADAL" clId="{CE2F0D24-60E9-4C7E-820B-248505F03A4B}" dt="2026-04-13T02:18:10.542" v="958"/>
          <ac:spMkLst>
            <pc:docMk/>
            <pc:sldMk cId="1606282243" sldId="279"/>
            <ac:spMk id="122" creationId="{37B93CD2-7DEE-4959-4370-F6AFDC62BE4F}"/>
          </ac:spMkLst>
        </pc:spChg>
        <pc:spChg chg="mod">
          <ac:chgData name="SHIN HYUN KIL" userId="d5bffe1d-586f-4b28-9005-eb11788ec385" providerId="ADAL" clId="{CE2F0D24-60E9-4C7E-820B-248505F03A4B}" dt="2026-04-13T02:18:10.542" v="958"/>
          <ac:spMkLst>
            <pc:docMk/>
            <pc:sldMk cId="1606282243" sldId="279"/>
            <ac:spMk id="124" creationId="{F4FCFF61-A925-7991-CD11-9CAD62EC3F6D}"/>
          </ac:spMkLst>
        </pc:spChg>
        <pc:spChg chg="mod">
          <ac:chgData name="SHIN HYUN KIL" userId="d5bffe1d-586f-4b28-9005-eb11788ec385" providerId="ADAL" clId="{CE2F0D24-60E9-4C7E-820B-248505F03A4B}" dt="2026-04-13T02:18:10.542" v="958"/>
          <ac:spMkLst>
            <pc:docMk/>
            <pc:sldMk cId="1606282243" sldId="279"/>
            <ac:spMk id="125" creationId="{4123BA4C-D896-B5AD-1B7D-E3FDDC004282}"/>
          </ac:spMkLst>
        </pc:spChg>
        <pc:spChg chg="mod">
          <ac:chgData name="SHIN HYUN KIL" userId="d5bffe1d-586f-4b28-9005-eb11788ec385" providerId="ADAL" clId="{CE2F0D24-60E9-4C7E-820B-248505F03A4B}" dt="2026-04-13T02:18:10.542" v="958"/>
          <ac:spMkLst>
            <pc:docMk/>
            <pc:sldMk cId="1606282243" sldId="279"/>
            <ac:spMk id="126" creationId="{B4B0C81D-A7FA-0860-AD3F-58E517034CCA}"/>
          </ac:spMkLst>
        </pc:spChg>
        <pc:spChg chg="mod">
          <ac:chgData name="SHIN HYUN KIL" userId="d5bffe1d-586f-4b28-9005-eb11788ec385" providerId="ADAL" clId="{CE2F0D24-60E9-4C7E-820B-248505F03A4B}" dt="2026-04-13T02:18:10.542" v="958"/>
          <ac:spMkLst>
            <pc:docMk/>
            <pc:sldMk cId="1606282243" sldId="279"/>
            <ac:spMk id="127" creationId="{1FAED810-AFC3-BBFA-66A0-9DAE8BC5D967}"/>
          </ac:spMkLst>
        </pc:spChg>
        <pc:spChg chg="mod">
          <ac:chgData name="SHIN HYUN KIL" userId="d5bffe1d-586f-4b28-9005-eb11788ec385" providerId="ADAL" clId="{CE2F0D24-60E9-4C7E-820B-248505F03A4B}" dt="2026-04-13T02:18:10.542" v="958"/>
          <ac:spMkLst>
            <pc:docMk/>
            <pc:sldMk cId="1606282243" sldId="279"/>
            <ac:spMk id="129" creationId="{CAB07440-A7F7-015C-5605-691E4FFAB4F8}"/>
          </ac:spMkLst>
        </pc:spChg>
        <pc:spChg chg="mod">
          <ac:chgData name="SHIN HYUN KIL" userId="d5bffe1d-586f-4b28-9005-eb11788ec385" providerId="ADAL" clId="{CE2F0D24-60E9-4C7E-820B-248505F03A4B}" dt="2026-04-13T02:18:10.542" v="958"/>
          <ac:spMkLst>
            <pc:docMk/>
            <pc:sldMk cId="1606282243" sldId="279"/>
            <ac:spMk id="130" creationId="{7BEC4021-EE23-AA7A-0424-7D6B60EAAC57}"/>
          </ac:spMkLst>
        </pc:spChg>
        <pc:spChg chg="mod">
          <ac:chgData name="SHIN HYUN KIL" userId="d5bffe1d-586f-4b28-9005-eb11788ec385" providerId="ADAL" clId="{CE2F0D24-60E9-4C7E-820B-248505F03A4B}" dt="2026-04-13T02:18:10.542" v="958"/>
          <ac:spMkLst>
            <pc:docMk/>
            <pc:sldMk cId="1606282243" sldId="279"/>
            <ac:spMk id="131" creationId="{F0EA48AB-D480-5451-43E5-2F462E1FCABA}"/>
          </ac:spMkLst>
        </pc:spChg>
        <pc:spChg chg="mod">
          <ac:chgData name="SHIN HYUN KIL" userId="d5bffe1d-586f-4b28-9005-eb11788ec385" providerId="ADAL" clId="{CE2F0D24-60E9-4C7E-820B-248505F03A4B}" dt="2026-04-13T02:18:10.542" v="958"/>
          <ac:spMkLst>
            <pc:docMk/>
            <pc:sldMk cId="1606282243" sldId="279"/>
            <ac:spMk id="132" creationId="{9D90792A-C5BA-B1BE-CD5B-AC2151BCAF77}"/>
          </ac:spMkLst>
        </pc:spChg>
        <pc:spChg chg="mod">
          <ac:chgData name="SHIN HYUN KIL" userId="d5bffe1d-586f-4b28-9005-eb11788ec385" providerId="ADAL" clId="{CE2F0D24-60E9-4C7E-820B-248505F03A4B}" dt="2026-04-13T02:18:10.542" v="958"/>
          <ac:spMkLst>
            <pc:docMk/>
            <pc:sldMk cId="1606282243" sldId="279"/>
            <ac:spMk id="134" creationId="{36AE3627-D51E-5905-CDAA-5A889859B29E}"/>
          </ac:spMkLst>
        </pc:spChg>
        <pc:spChg chg="mod">
          <ac:chgData name="SHIN HYUN KIL" userId="d5bffe1d-586f-4b28-9005-eb11788ec385" providerId="ADAL" clId="{CE2F0D24-60E9-4C7E-820B-248505F03A4B}" dt="2026-04-13T02:18:10.542" v="958"/>
          <ac:spMkLst>
            <pc:docMk/>
            <pc:sldMk cId="1606282243" sldId="279"/>
            <ac:spMk id="135" creationId="{BB59D79C-E31B-5EBD-DFDF-146F65693E51}"/>
          </ac:spMkLst>
        </pc:spChg>
        <pc:spChg chg="mod">
          <ac:chgData name="SHIN HYUN KIL" userId="d5bffe1d-586f-4b28-9005-eb11788ec385" providerId="ADAL" clId="{CE2F0D24-60E9-4C7E-820B-248505F03A4B}" dt="2026-04-13T02:18:10.542" v="958"/>
          <ac:spMkLst>
            <pc:docMk/>
            <pc:sldMk cId="1606282243" sldId="279"/>
            <ac:spMk id="136" creationId="{CD750F0D-E7E8-F356-1B24-8AD5BF7C5E6E}"/>
          </ac:spMkLst>
        </pc:spChg>
        <pc:spChg chg="mod">
          <ac:chgData name="SHIN HYUN KIL" userId="d5bffe1d-586f-4b28-9005-eb11788ec385" providerId="ADAL" clId="{CE2F0D24-60E9-4C7E-820B-248505F03A4B}" dt="2026-04-13T02:18:10.542" v="958"/>
          <ac:spMkLst>
            <pc:docMk/>
            <pc:sldMk cId="1606282243" sldId="279"/>
            <ac:spMk id="137" creationId="{59395D22-5D51-9ADF-14D4-803FD9F9CE6E}"/>
          </ac:spMkLst>
        </pc:spChg>
        <pc:spChg chg="mod">
          <ac:chgData name="SHIN HYUN KIL" userId="d5bffe1d-586f-4b28-9005-eb11788ec385" providerId="ADAL" clId="{CE2F0D24-60E9-4C7E-820B-248505F03A4B}" dt="2026-04-13T02:18:10.542" v="958"/>
          <ac:spMkLst>
            <pc:docMk/>
            <pc:sldMk cId="1606282243" sldId="279"/>
            <ac:spMk id="139" creationId="{AD199A1B-F67A-F33C-FE1C-9DCFB8A1E0CB}"/>
          </ac:spMkLst>
        </pc:spChg>
        <pc:spChg chg="mod">
          <ac:chgData name="SHIN HYUN KIL" userId="d5bffe1d-586f-4b28-9005-eb11788ec385" providerId="ADAL" clId="{CE2F0D24-60E9-4C7E-820B-248505F03A4B}" dt="2026-04-13T02:18:10.542" v="958"/>
          <ac:spMkLst>
            <pc:docMk/>
            <pc:sldMk cId="1606282243" sldId="279"/>
            <ac:spMk id="140" creationId="{8C0AD928-0F97-0D8F-C2CB-AA6C42F7B637}"/>
          </ac:spMkLst>
        </pc:spChg>
        <pc:spChg chg="mod">
          <ac:chgData name="SHIN HYUN KIL" userId="d5bffe1d-586f-4b28-9005-eb11788ec385" providerId="ADAL" clId="{CE2F0D24-60E9-4C7E-820B-248505F03A4B}" dt="2026-04-13T02:18:10.542" v="958"/>
          <ac:spMkLst>
            <pc:docMk/>
            <pc:sldMk cId="1606282243" sldId="279"/>
            <ac:spMk id="141" creationId="{086A8E8F-0913-6C05-0F7A-CD228D179F06}"/>
          </ac:spMkLst>
        </pc:spChg>
        <pc:spChg chg="mod">
          <ac:chgData name="SHIN HYUN KIL" userId="d5bffe1d-586f-4b28-9005-eb11788ec385" providerId="ADAL" clId="{CE2F0D24-60E9-4C7E-820B-248505F03A4B}" dt="2026-04-13T02:18:10.542" v="958"/>
          <ac:spMkLst>
            <pc:docMk/>
            <pc:sldMk cId="1606282243" sldId="279"/>
            <ac:spMk id="142" creationId="{5FDA05A2-CFD1-904F-82EA-DD4B601F398A}"/>
          </ac:spMkLst>
        </pc:spChg>
        <pc:spChg chg="add mod">
          <ac:chgData name="SHIN HYUN KIL" userId="d5bffe1d-586f-4b28-9005-eb11788ec385" providerId="ADAL" clId="{CE2F0D24-60E9-4C7E-820B-248505F03A4B}" dt="2026-04-13T02:22:35.912" v="1488" actId="1036"/>
          <ac:spMkLst>
            <pc:docMk/>
            <pc:sldMk cId="1606282243" sldId="279"/>
            <ac:spMk id="143" creationId="{BC2EC77B-E654-4BD1-62A1-91F289EF8417}"/>
          </ac:spMkLst>
        </pc:spChg>
        <pc:spChg chg="add mod">
          <ac:chgData name="SHIN HYUN KIL" userId="d5bffe1d-586f-4b28-9005-eb11788ec385" providerId="ADAL" clId="{CE2F0D24-60E9-4C7E-820B-248505F03A4B}" dt="2026-04-13T02:22:35.912" v="1488" actId="1036"/>
          <ac:spMkLst>
            <pc:docMk/>
            <pc:sldMk cId="1606282243" sldId="279"/>
            <ac:spMk id="144" creationId="{7B644710-A660-4C93-8E8D-4E51EAA27142}"/>
          </ac:spMkLst>
        </pc:spChg>
        <pc:spChg chg="add mod">
          <ac:chgData name="SHIN HYUN KIL" userId="d5bffe1d-586f-4b28-9005-eb11788ec385" providerId="ADAL" clId="{CE2F0D24-60E9-4C7E-820B-248505F03A4B}" dt="2026-04-13T02:22:35.912" v="1488" actId="1036"/>
          <ac:spMkLst>
            <pc:docMk/>
            <pc:sldMk cId="1606282243" sldId="279"/>
            <ac:spMk id="145" creationId="{988E41CB-36DC-9021-904A-D9D6DEE8F58B}"/>
          </ac:spMkLst>
        </pc:spChg>
        <pc:spChg chg="add mod">
          <ac:chgData name="SHIN HYUN KIL" userId="d5bffe1d-586f-4b28-9005-eb11788ec385" providerId="ADAL" clId="{CE2F0D24-60E9-4C7E-820B-248505F03A4B}" dt="2026-04-13T02:22:35.912" v="1488" actId="1036"/>
          <ac:spMkLst>
            <pc:docMk/>
            <pc:sldMk cId="1606282243" sldId="279"/>
            <ac:spMk id="146" creationId="{961A20CC-04E8-E322-4498-CC857A50AD19}"/>
          </ac:spMkLst>
        </pc:spChg>
        <pc:spChg chg="add mod">
          <ac:chgData name="SHIN HYUN KIL" userId="d5bffe1d-586f-4b28-9005-eb11788ec385" providerId="ADAL" clId="{CE2F0D24-60E9-4C7E-820B-248505F03A4B}" dt="2026-04-13T02:22:35.912" v="1488" actId="1036"/>
          <ac:spMkLst>
            <pc:docMk/>
            <pc:sldMk cId="1606282243" sldId="279"/>
            <ac:spMk id="147" creationId="{1F576A90-365F-E9CA-FA2D-846CADA70D41}"/>
          </ac:spMkLst>
        </pc:spChg>
        <pc:spChg chg="add mod">
          <ac:chgData name="SHIN HYUN KIL" userId="d5bffe1d-586f-4b28-9005-eb11788ec385" providerId="ADAL" clId="{CE2F0D24-60E9-4C7E-820B-248505F03A4B}" dt="2026-04-13T02:22:35.912" v="1488" actId="1036"/>
          <ac:spMkLst>
            <pc:docMk/>
            <pc:sldMk cId="1606282243" sldId="279"/>
            <ac:spMk id="151" creationId="{9AD79964-B81D-A100-FC72-AAA2D2E7B02A}"/>
          </ac:spMkLst>
        </pc:spChg>
        <pc:spChg chg="add mod">
          <ac:chgData name="SHIN HYUN KIL" userId="d5bffe1d-586f-4b28-9005-eb11788ec385" providerId="ADAL" clId="{CE2F0D24-60E9-4C7E-820B-248505F03A4B}" dt="2026-04-13T02:22:35.912" v="1488" actId="1036"/>
          <ac:spMkLst>
            <pc:docMk/>
            <pc:sldMk cId="1606282243" sldId="279"/>
            <ac:spMk id="152" creationId="{C7F6BC2C-39B1-D6C7-E819-861BDE41E5F8}"/>
          </ac:spMkLst>
        </pc:spChg>
        <pc:spChg chg="add mod">
          <ac:chgData name="SHIN HYUN KIL" userId="d5bffe1d-586f-4b28-9005-eb11788ec385" providerId="ADAL" clId="{CE2F0D24-60E9-4C7E-820B-248505F03A4B}" dt="2026-04-13T02:22:17.030" v="1465" actId="20577"/>
          <ac:spMkLst>
            <pc:docMk/>
            <pc:sldMk cId="1606282243" sldId="279"/>
            <ac:spMk id="155" creationId="{5722DBD3-5299-2051-4EC1-3C1D18B27DD6}"/>
          </ac:spMkLst>
        </pc:spChg>
        <pc:grpChg chg="add del mod">
          <ac:chgData name="SHIN HYUN KIL" userId="d5bffe1d-586f-4b28-9005-eb11788ec385" providerId="ADAL" clId="{CE2F0D24-60E9-4C7E-820B-248505F03A4B}" dt="2026-04-13T02:10:31.083" v="303" actId="478"/>
          <ac:grpSpMkLst>
            <pc:docMk/>
            <pc:sldMk cId="1606282243" sldId="279"/>
            <ac:grpSpMk id="4" creationId="{11B3EB90-7E2C-2246-650C-91C88510A44A}"/>
          </ac:grpSpMkLst>
        </pc:grpChg>
        <pc:grpChg chg="add del mod">
          <ac:chgData name="SHIN HYUN KIL" userId="d5bffe1d-586f-4b28-9005-eb11788ec385" providerId="ADAL" clId="{CE2F0D24-60E9-4C7E-820B-248505F03A4B}" dt="2026-04-13T02:10:31.083" v="303" actId="478"/>
          <ac:grpSpMkLst>
            <pc:docMk/>
            <pc:sldMk cId="1606282243" sldId="279"/>
            <ac:grpSpMk id="13" creationId="{665B2501-2C6E-9200-7F39-24862A162363}"/>
          </ac:grpSpMkLst>
        </pc:grpChg>
        <pc:grpChg chg="add del mod">
          <ac:chgData name="SHIN HYUN KIL" userId="d5bffe1d-586f-4b28-9005-eb11788ec385" providerId="ADAL" clId="{CE2F0D24-60E9-4C7E-820B-248505F03A4B}" dt="2026-04-13T02:17:10.401" v="940" actId="478"/>
          <ac:grpSpMkLst>
            <pc:docMk/>
            <pc:sldMk cId="1606282243" sldId="279"/>
            <ac:grpSpMk id="21" creationId="{C055E44E-4749-0B48-F849-A4867B56AC92}"/>
          </ac:grpSpMkLst>
        </pc:grpChg>
        <pc:grpChg chg="add del mod">
          <ac:chgData name="SHIN HYUN KIL" userId="d5bffe1d-586f-4b28-9005-eb11788ec385" providerId="ADAL" clId="{CE2F0D24-60E9-4C7E-820B-248505F03A4B}" dt="2026-04-13T02:17:10.401" v="940" actId="478"/>
          <ac:grpSpMkLst>
            <pc:docMk/>
            <pc:sldMk cId="1606282243" sldId="279"/>
            <ac:grpSpMk id="30" creationId="{F86A2F73-6CD7-52B7-C987-BDDA6CD4357D}"/>
          </ac:grpSpMkLst>
        </pc:grpChg>
        <pc:grpChg chg="add del mod">
          <ac:chgData name="SHIN HYUN KIL" userId="d5bffe1d-586f-4b28-9005-eb11788ec385" providerId="ADAL" clId="{CE2F0D24-60E9-4C7E-820B-248505F03A4B}" dt="2026-04-13T02:17:10.401" v="940" actId="478"/>
          <ac:grpSpMkLst>
            <pc:docMk/>
            <pc:sldMk cId="1606282243" sldId="279"/>
            <ac:grpSpMk id="35" creationId="{8A9D1B71-ED10-A786-9C46-FB39162ECA76}"/>
          </ac:grpSpMkLst>
        </pc:grpChg>
        <pc:grpChg chg="add del mod">
          <ac:chgData name="SHIN HYUN KIL" userId="d5bffe1d-586f-4b28-9005-eb11788ec385" providerId="ADAL" clId="{CE2F0D24-60E9-4C7E-820B-248505F03A4B}" dt="2026-04-13T02:17:10.401" v="940" actId="478"/>
          <ac:grpSpMkLst>
            <pc:docMk/>
            <pc:sldMk cId="1606282243" sldId="279"/>
            <ac:grpSpMk id="40" creationId="{38F26F1E-1873-9FCF-9009-9752503370D3}"/>
          </ac:grpSpMkLst>
        </pc:grpChg>
        <pc:grpChg chg="add del mod">
          <ac:chgData name="SHIN HYUN KIL" userId="d5bffe1d-586f-4b28-9005-eb11788ec385" providerId="ADAL" clId="{CE2F0D24-60E9-4C7E-820B-248505F03A4B}" dt="2026-04-13T02:17:10.401" v="940" actId="478"/>
          <ac:grpSpMkLst>
            <pc:docMk/>
            <pc:sldMk cId="1606282243" sldId="279"/>
            <ac:grpSpMk id="45" creationId="{E67FD586-0D05-F854-76CF-F9E203D439C2}"/>
          </ac:grpSpMkLst>
        </pc:grpChg>
        <pc:grpChg chg="add del mod">
          <ac:chgData name="SHIN HYUN KIL" userId="d5bffe1d-586f-4b28-9005-eb11788ec385" providerId="ADAL" clId="{CE2F0D24-60E9-4C7E-820B-248505F03A4B}" dt="2026-04-13T02:17:10.401" v="940" actId="478"/>
          <ac:grpSpMkLst>
            <pc:docMk/>
            <pc:sldMk cId="1606282243" sldId="279"/>
            <ac:grpSpMk id="50" creationId="{BA74B678-EA76-0E5A-8049-857E07F859D7}"/>
          </ac:grpSpMkLst>
        </pc:grpChg>
        <pc:grpChg chg="add mod">
          <ac:chgData name="SHIN HYUN KIL" userId="d5bffe1d-586f-4b28-9005-eb11788ec385" providerId="ADAL" clId="{CE2F0D24-60E9-4C7E-820B-248505F03A4B}" dt="2026-04-13T02:18:43.003" v="977" actId="1036"/>
          <ac:grpSpMkLst>
            <pc:docMk/>
            <pc:sldMk cId="1606282243" sldId="279"/>
            <ac:grpSpMk id="72" creationId="{334F239B-DA81-4C73-AB9D-DA8A06F004E3}"/>
          </ac:grpSpMkLst>
        </pc:grpChg>
        <pc:grpChg chg="add mod">
          <ac:chgData name="SHIN HYUN KIL" userId="d5bffe1d-586f-4b28-9005-eb11788ec385" providerId="ADAL" clId="{CE2F0D24-60E9-4C7E-820B-248505F03A4B}" dt="2026-04-13T02:18:43.003" v="977" actId="1036"/>
          <ac:grpSpMkLst>
            <pc:docMk/>
            <pc:sldMk cId="1606282243" sldId="279"/>
            <ac:grpSpMk id="77" creationId="{15B8B976-79F3-E02E-DBEE-189992CF18D4}"/>
          </ac:grpSpMkLst>
        </pc:grpChg>
        <pc:grpChg chg="add mod">
          <ac:chgData name="SHIN HYUN KIL" userId="d5bffe1d-586f-4b28-9005-eb11788ec385" providerId="ADAL" clId="{CE2F0D24-60E9-4C7E-820B-248505F03A4B}" dt="2026-04-13T02:18:43.003" v="977" actId="1036"/>
          <ac:grpSpMkLst>
            <pc:docMk/>
            <pc:sldMk cId="1606282243" sldId="279"/>
            <ac:grpSpMk id="82" creationId="{8DA4CF73-9BFB-6D93-B4AC-ADB2F755937C}"/>
          </ac:grpSpMkLst>
        </pc:grpChg>
        <pc:grpChg chg="add mod">
          <ac:chgData name="SHIN HYUN KIL" userId="d5bffe1d-586f-4b28-9005-eb11788ec385" providerId="ADAL" clId="{CE2F0D24-60E9-4C7E-820B-248505F03A4B}" dt="2026-04-13T02:18:43.003" v="977" actId="1036"/>
          <ac:grpSpMkLst>
            <pc:docMk/>
            <pc:sldMk cId="1606282243" sldId="279"/>
            <ac:grpSpMk id="87" creationId="{54ED8229-0C16-70F8-C6FF-C0D1C66B3369}"/>
          </ac:grpSpMkLst>
        </pc:grpChg>
        <pc:grpChg chg="add mod">
          <ac:chgData name="SHIN HYUN KIL" userId="d5bffe1d-586f-4b28-9005-eb11788ec385" providerId="ADAL" clId="{CE2F0D24-60E9-4C7E-820B-248505F03A4B}" dt="2026-04-13T02:22:35.912" v="1488" actId="1036"/>
          <ac:grpSpMkLst>
            <pc:docMk/>
            <pc:sldMk cId="1606282243" sldId="279"/>
            <ac:grpSpMk id="109" creationId="{D95A3A58-F915-0261-357F-3C318E1890EE}"/>
          </ac:grpSpMkLst>
        </pc:grpChg>
        <pc:grpChg chg="add mod">
          <ac:chgData name="SHIN HYUN KIL" userId="d5bffe1d-586f-4b28-9005-eb11788ec385" providerId="ADAL" clId="{CE2F0D24-60E9-4C7E-820B-248505F03A4B}" dt="2026-04-13T02:22:35.912" v="1488" actId="1036"/>
          <ac:grpSpMkLst>
            <pc:docMk/>
            <pc:sldMk cId="1606282243" sldId="279"/>
            <ac:grpSpMk id="118" creationId="{94604338-B1BA-FC32-0DE5-2E0F966FA42A}"/>
          </ac:grpSpMkLst>
        </pc:grpChg>
        <pc:grpChg chg="add mod">
          <ac:chgData name="SHIN HYUN KIL" userId="d5bffe1d-586f-4b28-9005-eb11788ec385" providerId="ADAL" clId="{CE2F0D24-60E9-4C7E-820B-248505F03A4B}" dt="2026-04-13T02:22:35.912" v="1488" actId="1036"/>
          <ac:grpSpMkLst>
            <pc:docMk/>
            <pc:sldMk cId="1606282243" sldId="279"/>
            <ac:grpSpMk id="123" creationId="{60BB7405-EDA4-C354-2E25-105841E7C77A}"/>
          </ac:grpSpMkLst>
        </pc:grpChg>
        <pc:grpChg chg="add mod">
          <ac:chgData name="SHIN HYUN KIL" userId="d5bffe1d-586f-4b28-9005-eb11788ec385" providerId="ADAL" clId="{CE2F0D24-60E9-4C7E-820B-248505F03A4B}" dt="2026-04-13T02:22:35.912" v="1488" actId="1036"/>
          <ac:grpSpMkLst>
            <pc:docMk/>
            <pc:sldMk cId="1606282243" sldId="279"/>
            <ac:grpSpMk id="128" creationId="{5B437734-E5F5-FEF1-C247-0199B8B96DEB}"/>
          </ac:grpSpMkLst>
        </pc:grpChg>
        <pc:grpChg chg="add mod">
          <ac:chgData name="SHIN HYUN KIL" userId="d5bffe1d-586f-4b28-9005-eb11788ec385" providerId="ADAL" clId="{CE2F0D24-60E9-4C7E-820B-248505F03A4B}" dt="2026-04-13T02:22:35.912" v="1488" actId="1036"/>
          <ac:grpSpMkLst>
            <pc:docMk/>
            <pc:sldMk cId="1606282243" sldId="279"/>
            <ac:grpSpMk id="133" creationId="{83865512-CF89-4A15-2BED-BD3A8DDB47E1}"/>
          </ac:grpSpMkLst>
        </pc:grpChg>
        <pc:grpChg chg="add mod">
          <ac:chgData name="SHIN HYUN KIL" userId="d5bffe1d-586f-4b28-9005-eb11788ec385" providerId="ADAL" clId="{CE2F0D24-60E9-4C7E-820B-248505F03A4B}" dt="2026-04-13T02:22:35.912" v="1488" actId="1036"/>
          <ac:grpSpMkLst>
            <pc:docMk/>
            <pc:sldMk cId="1606282243" sldId="279"/>
            <ac:grpSpMk id="138" creationId="{618BF249-EE8C-5AE3-B34C-6C577AB4F29D}"/>
          </ac:grpSpMkLst>
        </pc:grpChg>
        <pc:picChg chg="add del mod">
          <ac:chgData name="SHIN HYUN KIL" userId="d5bffe1d-586f-4b28-9005-eb11788ec385" providerId="ADAL" clId="{CE2F0D24-60E9-4C7E-820B-248505F03A4B}" dt="2026-04-13T02:12:09.237" v="342" actId="21"/>
          <ac:picMkLst>
            <pc:docMk/>
            <pc:sldMk cId="1606282243" sldId="279"/>
            <ac:picMk id="71" creationId="{03929904-8722-B873-3ABC-27F79B06A88A}"/>
          </ac:picMkLst>
        </pc:picChg>
        <pc:picChg chg="add mod modCrop">
          <ac:chgData name="SHIN HYUN KIL" userId="d5bffe1d-586f-4b28-9005-eb11788ec385" providerId="ADAL" clId="{CE2F0D24-60E9-4C7E-820B-248505F03A4B}" dt="2026-04-13T02:18:43.003" v="977" actId="1036"/>
          <ac:picMkLst>
            <pc:docMk/>
            <pc:sldMk cId="1606282243" sldId="279"/>
            <ac:picMk id="92" creationId="{093ADA1A-D56F-E0FE-FB75-FA755981DE8A}"/>
          </ac:picMkLst>
        </pc:picChg>
        <pc:picChg chg="add del mod ord">
          <ac:chgData name="SHIN HYUN KIL" userId="d5bffe1d-586f-4b28-9005-eb11788ec385" providerId="ADAL" clId="{CE2F0D24-60E9-4C7E-820B-248505F03A4B}" dt="2026-04-13T02:18:10.247" v="957" actId="478"/>
          <ac:picMkLst>
            <pc:docMk/>
            <pc:sldMk cId="1606282243" sldId="279"/>
            <ac:picMk id="105" creationId="{3E2CE533-0A27-21EC-AB9C-E0AE2891E17C}"/>
          </ac:picMkLst>
        </pc:picChg>
        <pc:cxnChg chg="add del mod">
          <ac:chgData name="SHIN HYUN KIL" userId="d5bffe1d-586f-4b28-9005-eb11788ec385" providerId="ADAL" clId="{CE2F0D24-60E9-4C7E-820B-248505F03A4B}" dt="2026-04-13T02:10:31.083" v="303" actId="478"/>
          <ac:cxnSpMkLst>
            <pc:docMk/>
            <pc:sldMk cId="1606282243" sldId="279"/>
            <ac:cxnSpMk id="10" creationId="{D3EC910A-EA7D-B4AD-95A8-A9DB42B04D3A}"/>
          </ac:cxnSpMkLst>
        </pc:cxnChg>
        <pc:cxnChg chg="add del mod">
          <ac:chgData name="SHIN HYUN KIL" userId="d5bffe1d-586f-4b28-9005-eb11788ec385" providerId="ADAL" clId="{CE2F0D24-60E9-4C7E-820B-248505F03A4B}" dt="2026-04-13T02:10:31.083" v="303" actId="478"/>
          <ac:cxnSpMkLst>
            <pc:docMk/>
            <pc:sldMk cId="1606282243" sldId="279"/>
            <ac:cxnSpMk id="18" creationId="{22F42FD8-428E-0563-0C80-45BD57F50628}"/>
          </ac:cxnSpMkLst>
        </pc:cxnChg>
        <pc:cxnChg chg="add del mod">
          <ac:chgData name="SHIN HYUN KIL" userId="d5bffe1d-586f-4b28-9005-eb11788ec385" providerId="ADAL" clId="{CE2F0D24-60E9-4C7E-820B-248505F03A4B}" dt="2026-04-13T02:10:31.083" v="303" actId="478"/>
          <ac:cxnSpMkLst>
            <pc:docMk/>
            <pc:sldMk cId="1606282243" sldId="279"/>
            <ac:cxnSpMk id="19" creationId="{F2A759E8-5DE1-9E90-D0E2-679B1A9E1819}"/>
          </ac:cxnSpMkLst>
        </pc:cxnChg>
        <pc:cxnChg chg="add del mod">
          <ac:chgData name="SHIN HYUN KIL" userId="d5bffe1d-586f-4b28-9005-eb11788ec385" providerId="ADAL" clId="{CE2F0D24-60E9-4C7E-820B-248505F03A4B}" dt="2026-04-13T02:17:10.401" v="940" actId="478"/>
          <ac:cxnSpMkLst>
            <pc:docMk/>
            <pc:sldMk cId="1606282243" sldId="279"/>
            <ac:cxnSpMk id="27" creationId="{CE213BEF-F9E4-AD21-DB4D-A63636B3DD86}"/>
          </ac:cxnSpMkLst>
        </pc:cxnChg>
        <pc:cxnChg chg="add del mod">
          <ac:chgData name="SHIN HYUN KIL" userId="d5bffe1d-586f-4b28-9005-eb11788ec385" providerId="ADAL" clId="{CE2F0D24-60E9-4C7E-820B-248505F03A4B}" dt="2026-04-13T02:17:10.401" v="940" actId="478"/>
          <ac:cxnSpMkLst>
            <pc:docMk/>
            <pc:sldMk cId="1606282243" sldId="279"/>
            <ac:cxnSpMk id="60" creationId="{662D36B5-83AF-6C6D-50AF-FB706670619E}"/>
          </ac:cxnSpMkLst>
        </pc:cxnChg>
        <pc:cxnChg chg="add del mod">
          <ac:chgData name="SHIN HYUN KIL" userId="d5bffe1d-586f-4b28-9005-eb11788ec385" providerId="ADAL" clId="{CE2F0D24-60E9-4C7E-820B-248505F03A4B}" dt="2026-04-13T02:17:10.401" v="940" actId="478"/>
          <ac:cxnSpMkLst>
            <pc:docMk/>
            <pc:sldMk cId="1606282243" sldId="279"/>
            <ac:cxnSpMk id="61" creationId="{5480F5E2-8971-ABFE-A945-40623F735E23}"/>
          </ac:cxnSpMkLst>
        </pc:cxnChg>
        <pc:cxnChg chg="add del mod">
          <ac:chgData name="SHIN HYUN KIL" userId="d5bffe1d-586f-4b28-9005-eb11788ec385" providerId="ADAL" clId="{CE2F0D24-60E9-4C7E-820B-248505F03A4B}" dt="2026-04-13T02:17:10.401" v="940" actId="478"/>
          <ac:cxnSpMkLst>
            <pc:docMk/>
            <pc:sldMk cId="1606282243" sldId="279"/>
            <ac:cxnSpMk id="62" creationId="{6EC61BA6-EBBF-9C35-5CEB-17CEB34B460A}"/>
          </ac:cxnSpMkLst>
        </pc:cxnChg>
        <pc:cxnChg chg="add del mod">
          <ac:chgData name="SHIN HYUN KIL" userId="d5bffe1d-586f-4b28-9005-eb11788ec385" providerId="ADAL" clId="{CE2F0D24-60E9-4C7E-820B-248505F03A4B}" dt="2026-04-13T02:10:37.905" v="306" actId="478"/>
          <ac:cxnSpMkLst>
            <pc:docMk/>
            <pc:sldMk cId="1606282243" sldId="279"/>
            <ac:cxnSpMk id="65" creationId="{A66C8C4C-49A7-8349-BD53-A5584674BE35}"/>
          </ac:cxnSpMkLst>
        </pc:cxnChg>
        <pc:cxnChg chg="add del mod">
          <ac:chgData name="SHIN HYUN KIL" userId="d5bffe1d-586f-4b28-9005-eb11788ec385" providerId="ADAL" clId="{CE2F0D24-60E9-4C7E-820B-248505F03A4B}" dt="2026-04-13T02:10:36.829" v="305" actId="478"/>
          <ac:cxnSpMkLst>
            <pc:docMk/>
            <pc:sldMk cId="1606282243" sldId="279"/>
            <ac:cxnSpMk id="66" creationId="{369F8A66-FE0B-32B8-ABD7-181D6D4A4B35}"/>
          </ac:cxnSpMkLst>
        </pc:cxnChg>
        <pc:cxnChg chg="add del mod">
          <ac:chgData name="SHIN HYUN KIL" userId="d5bffe1d-586f-4b28-9005-eb11788ec385" providerId="ADAL" clId="{CE2F0D24-60E9-4C7E-820B-248505F03A4B}" dt="2026-04-13T02:10:36.829" v="305" actId="478"/>
          <ac:cxnSpMkLst>
            <pc:docMk/>
            <pc:sldMk cId="1606282243" sldId="279"/>
            <ac:cxnSpMk id="67" creationId="{C6D0FC48-1C6F-EB33-9989-308DB3C09514}"/>
          </ac:cxnSpMkLst>
        </pc:cxnChg>
        <pc:cxnChg chg="add mod">
          <ac:chgData name="SHIN HYUN KIL" userId="d5bffe1d-586f-4b28-9005-eb11788ec385" providerId="ADAL" clId="{CE2F0D24-60E9-4C7E-820B-248505F03A4B}" dt="2026-04-13T02:18:43.003" v="977" actId="1036"/>
          <ac:cxnSpMkLst>
            <pc:docMk/>
            <pc:sldMk cId="1606282243" sldId="279"/>
            <ac:cxnSpMk id="93" creationId="{E86C9D71-AFDC-B93A-A063-72A566CC9EFD}"/>
          </ac:cxnSpMkLst>
        </pc:cxnChg>
        <pc:cxnChg chg="add mod">
          <ac:chgData name="SHIN HYUN KIL" userId="d5bffe1d-586f-4b28-9005-eb11788ec385" providerId="ADAL" clId="{CE2F0D24-60E9-4C7E-820B-248505F03A4B}" dt="2026-04-13T02:18:43.003" v="977" actId="1036"/>
          <ac:cxnSpMkLst>
            <pc:docMk/>
            <pc:sldMk cId="1606282243" sldId="279"/>
            <ac:cxnSpMk id="98" creationId="{05B03785-C1BF-83E1-1BE4-4E7E15E94C6A}"/>
          </ac:cxnSpMkLst>
        </pc:cxnChg>
        <pc:cxnChg chg="add mod">
          <ac:chgData name="SHIN HYUN KIL" userId="d5bffe1d-586f-4b28-9005-eb11788ec385" providerId="ADAL" clId="{CE2F0D24-60E9-4C7E-820B-248505F03A4B}" dt="2026-04-13T02:22:35.912" v="1488" actId="1036"/>
          <ac:cxnSpMkLst>
            <pc:docMk/>
            <pc:sldMk cId="1606282243" sldId="279"/>
            <ac:cxnSpMk id="107" creationId="{C35DE943-AD15-E3C8-6F4A-71AE91A2D879}"/>
          </ac:cxnSpMkLst>
        </pc:cxnChg>
        <pc:cxnChg chg="add mod">
          <ac:chgData name="SHIN HYUN KIL" userId="d5bffe1d-586f-4b28-9005-eb11788ec385" providerId="ADAL" clId="{CE2F0D24-60E9-4C7E-820B-248505F03A4B}" dt="2026-04-13T02:22:35.912" v="1488" actId="1036"/>
          <ac:cxnSpMkLst>
            <pc:docMk/>
            <pc:sldMk cId="1606282243" sldId="279"/>
            <ac:cxnSpMk id="115" creationId="{B3B283BE-9C2E-5F5D-B695-71F3054B6366}"/>
          </ac:cxnSpMkLst>
        </pc:cxnChg>
        <pc:cxnChg chg="add mod">
          <ac:chgData name="SHIN HYUN KIL" userId="d5bffe1d-586f-4b28-9005-eb11788ec385" providerId="ADAL" clId="{CE2F0D24-60E9-4C7E-820B-248505F03A4B}" dt="2026-04-13T02:22:35.912" v="1488" actId="1036"/>
          <ac:cxnSpMkLst>
            <pc:docMk/>
            <pc:sldMk cId="1606282243" sldId="279"/>
            <ac:cxnSpMk id="148" creationId="{DD7BD9DE-0E1F-ABCE-8A8E-6247CD9A8722}"/>
          </ac:cxnSpMkLst>
        </pc:cxnChg>
        <pc:cxnChg chg="add mod">
          <ac:chgData name="SHIN HYUN KIL" userId="d5bffe1d-586f-4b28-9005-eb11788ec385" providerId="ADAL" clId="{CE2F0D24-60E9-4C7E-820B-248505F03A4B}" dt="2026-04-13T02:22:35.912" v="1488" actId="1036"/>
          <ac:cxnSpMkLst>
            <pc:docMk/>
            <pc:sldMk cId="1606282243" sldId="279"/>
            <ac:cxnSpMk id="149" creationId="{E1B84BCE-DBCB-123C-FD61-032700FA1C0D}"/>
          </ac:cxnSpMkLst>
        </pc:cxnChg>
        <pc:cxnChg chg="add mod">
          <ac:chgData name="SHIN HYUN KIL" userId="d5bffe1d-586f-4b28-9005-eb11788ec385" providerId="ADAL" clId="{CE2F0D24-60E9-4C7E-820B-248505F03A4B}" dt="2026-04-13T02:22:35.912" v="1488" actId="1036"/>
          <ac:cxnSpMkLst>
            <pc:docMk/>
            <pc:sldMk cId="1606282243" sldId="279"/>
            <ac:cxnSpMk id="150" creationId="{F2892374-7FD2-7A0B-9C28-8034D1427891}"/>
          </ac:cxnSpMkLst>
        </pc:cxnChg>
        <pc:cxnChg chg="add del mod">
          <ac:chgData name="SHIN HYUN KIL" userId="d5bffe1d-586f-4b28-9005-eb11788ec385" providerId="ADAL" clId="{CE2F0D24-60E9-4C7E-820B-248505F03A4B}" dt="2026-04-13T02:18:32.935" v="964" actId="478"/>
          <ac:cxnSpMkLst>
            <pc:docMk/>
            <pc:sldMk cId="1606282243" sldId="279"/>
            <ac:cxnSpMk id="153" creationId="{C19DFD39-EFF2-0925-C2C1-44EFBCC132B7}"/>
          </ac:cxnSpMkLst>
        </pc:cxnChg>
      </pc:sldChg>
      <pc:sldChg chg="addSp delSp modSp new mod">
        <pc:chgData name="SHIN HYUN KIL" userId="d5bffe1d-586f-4b28-9005-eb11788ec385" providerId="ADAL" clId="{CE2F0D24-60E9-4C7E-820B-248505F03A4B}" dt="2026-04-13T02:14:01.063" v="852" actId="20577"/>
        <pc:sldMkLst>
          <pc:docMk/>
          <pc:sldMk cId="2938612593" sldId="280"/>
        </pc:sldMkLst>
        <pc:spChg chg="del">
          <ac:chgData name="SHIN HYUN KIL" userId="d5bffe1d-586f-4b28-9005-eb11788ec385" providerId="ADAL" clId="{CE2F0D24-60E9-4C7E-820B-248505F03A4B}" dt="2026-04-13T02:12:13.544" v="343" actId="478"/>
          <ac:spMkLst>
            <pc:docMk/>
            <pc:sldMk cId="2938612593" sldId="280"/>
            <ac:spMk id="2" creationId="{24AC37E1-0ACD-4020-B11F-713505C4A3F8}"/>
          </ac:spMkLst>
        </pc:spChg>
        <pc:spChg chg="del">
          <ac:chgData name="SHIN HYUN KIL" userId="d5bffe1d-586f-4b28-9005-eb11788ec385" providerId="ADAL" clId="{CE2F0D24-60E9-4C7E-820B-248505F03A4B}" dt="2026-04-13T02:12:13.544" v="343" actId="478"/>
          <ac:spMkLst>
            <pc:docMk/>
            <pc:sldMk cId="2938612593" sldId="280"/>
            <ac:spMk id="3" creationId="{96E9E5F9-0AFF-D650-6251-9B27BA4C727D}"/>
          </ac:spMkLst>
        </pc:spChg>
        <pc:spChg chg="add mod">
          <ac:chgData name="SHIN HYUN KIL" userId="d5bffe1d-586f-4b28-9005-eb11788ec385" providerId="ADAL" clId="{CE2F0D24-60E9-4C7E-820B-248505F03A4B}" dt="2026-04-13T02:14:01.063" v="852" actId="20577"/>
          <ac:spMkLst>
            <pc:docMk/>
            <pc:sldMk cId="2938612593" sldId="280"/>
            <ac:spMk id="4" creationId="{3D03D32F-DFD5-B683-A3C1-CB17DEF0141E}"/>
          </ac:spMkLst>
        </pc:spChg>
        <pc:picChg chg="add mod">
          <ac:chgData name="SHIN HYUN KIL" userId="d5bffe1d-586f-4b28-9005-eb11788ec385" providerId="ADAL" clId="{CE2F0D24-60E9-4C7E-820B-248505F03A4B}" dt="2026-04-13T02:12:20.455" v="346" actId="1076"/>
          <ac:picMkLst>
            <pc:docMk/>
            <pc:sldMk cId="2938612593" sldId="280"/>
            <ac:picMk id="71" creationId="{03929904-8722-B873-3ABC-27F79B06A88A}"/>
          </ac:picMkLst>
        </pc:picChg>
      </pc:sldChg>
      <pc:sldChg chg="addSp delSp modSp add mod">
        <pc:chgData name="SHIN HYUN KIL" userId="d5bffe1d-586f-4b28-9005-eb11788ec385" providerId="ADAL" clId="{CE2F0D24-60E9-4C7E-820B-248505F03A4B}" dt="2026-04-13T02:22:11.237" v="1444" actId="20577"/>
        <pc:sldMkLst>
          <pc:docMk/>
          <pc:sldMk cId="2814754580" sldId="281"/>
        </pc:sldMkLst>
        <pc:spChg chg="add mod">
          <ac:chgData name="SHIN HYUN KIL" userId="d5bffe1d-586f-4b28-9005-eb11788ec385" providerId="ADAL" clId="{CE2F0D24-60E9-4C7E-820B-248505F03A4B}" dt="2026-04-13T02:21:43.307" v="1327" actId="1076"/>
          <ac:spMkLst>
            <pc:docMk/>
            <pc:sldMk cId="2814754580" sldId="281"/>
            <ac:spMk id="2" creationId="{5638DE2D-DD45-F2D3-0215-E12FEBA04379}"/>
          </ac:spMkLst>
        </pc:spChg>
        <pc:spChg chg="add mod">
          <ac:chgData name="SHIN HYUN KIL" userId="d5bffe1d-586f-4b28-9005-eb11788ec385" providerId="ADAL" clId="{CE2F0D24-60E9-4C7E-820B-248505F03A4B}" dt="2026-04-13T02:22:11.237" v="1444" actId="20577"/>
          <ac:spMkLst>
            <pc:docMk/>
            <pc:sldMk cId="2814754580" sldId="281"/>
            <ac:spMk id="4" creationId="{98FFF2F9-8CF7-20DB-22EB-A1580A41C7CF}"/>
          </ac:spMkLst>
        </pc:spChg>
        <pc:spChg chg="mod">
          <ac:chgData name="SHIN HYUN KIL" userId="d5bffe1d-586f-4b28-9005-eb11788ec385" providerId="ADAL" clId="{CE2F0D24-60E9-4C7E-820B-248505F03A4B}" dt="2026-04-13T02:20:51.086" v="1064" actId="20577"/>
          <ac:spMkLst>
            <pc:docMk/>
            <pc:sldMk cId="2814754580" sldId="281"/>
            <ac:spMk id="102" creationId="{48494087-4EDB-1ED8-F4E3-EDC34DB46578}"/>
          </ac:spMkLst>
        </pc:spChg>
        <pc:picChg chg="del">
          <ac:chgData name="SHIN HYUN KIL" userId="d5bffe1d-586f-4b28-9005-eb11788ec385" providerId="ADAL" clId="{CE2F0D24-60E9-4C7E-820B-248505F03A4B}" dt="2026-04-13T02:20:30.680" v="1018" actId="478"/>
          <ac:picMkLst>
            <pc:docMk/>
            <pc:sldMk cId="2814754580" sldId="281"/>
            <ac:picMk id="92" creationId="{093ADA1A-D56F-E0FE-FB75-FA755981DE8A}"/>
          </ac:picMkLst>
        </pc:picChg>
        <pc:cxnChg chg="mod">
          <ac:chgData name="SHIN HYUN KIL" userId="d5bffe1d-586f-4b28-9005-eb11788ec385" providerId="ADAL" clId="{CE2F0D24-60E9-4C7E-820B-248505F03A4B}" dt="2026-04-13T02:20:30.680" v="1018" actId="478"/>
          <ac:cxnSpMkLst>
            <pc:docMk/>
            <pc:sldMk cId="2814754580" sldId="281"/>
            <ac:cxnSpMk id="93" creationId="{E86C9D71-AFDC-B93A-A063-72A566CC9EFD}"/>
          </ac:cxnSpMkLst>
        </pc:cxnChg>
        <pc:cxnChg chg="mod">
          <ac:chgData name="SHIN HYUN KIL" userId="d5bffe1d-586f-4b28-9005-eb11788ec385" providerId="ADAL" clId="{CE2F0D24-60E9-4C7E-820B-248505F03A4B}" dt="2026-04-13T02:21:46.748" v="1328" actId="14100"/>
          <ac:cxnSpMkLst>
            <pc:docMk/>
            <pc:sldMk cId="2814754580" sldId="281"/>
            <ac:cxnSpMk id="107" creationId="{C35DE943-AD15-E3C8-6F4A-71AE91A2D879}"/>
          </ac:cxnSpMkLst>
        </pc:cxnChg>
      </pc:sldChg>
      <pc:sldChg chg="addSp delSp modSp add mod">
        <pc:chgData name="SHIN HYUN KIL" userId="d5bffe1d-586f-4b28-9005-eb11788ec385" providerId="ADAL" clId="{CE2F0D24-60E9-4C7E-820B-248505F03A4B}" dt="2026-04-13T02:22:04.982" v="1413" actId="20577"/>
        <pc:sldMkLst>
          <pc:docMk/>
          <pc:sldMk cId="3180392017" sldId="282"/>
        </pc:sldMkLst>
        <pc:spChg chg="add mod">
          <ac:chgData name="SHIN HYUN KIL" userId="d5bffe1d-586f-4b28-9005-eb11788ec385" providerId="ADAL" clId="{CE2F0D24-60E9-4C7E-820B-248505F03A4B}" dt="2026-04-13T02:22:04.982" v="1413" actId="20577"/>
          <ac:spMkLst>
            <pc:docMk/>
            <pc:sldMk cId="3180392017" sldId="282"/>
            <ac:spMk id="3" creationId="{35B873E3-1600-9B5A-808A-5557CAB37AA0}"/>
          </ac:spMkLst>
        </pc:spChg>
        <pc:spChg chg="mod">
          <ac:chgData name="SHIN HYUN KIL" userId="d5bffe1d-586f-4b28-9005-eb11788ec385" providerId="ADAL" clId="{CE2F0D24-60E9-4C7E-820B-248505F03A4B}" dt="2026-04-13T02:20:23.237" v="1017" actId="1076"/>
          <ac:spMkLst>
            <pc:docMk/>
            <pc:sldMk cId="3180392017" sldId="282"/>
            <ac:spMk id="102" creationId="{48494087-4EDB-1ED8-F4E3-EDC34DB46578}"/>
          </ac:spMkLst>
        </pc:spChg>
        <pc:picChg chg="add mod">
          <ac:chgData name="SHIN HYUN KIL" userId="d5bffe1d-586f-4b28-9005-eb11788ec385" providerId="ADAL" clId="{CE2F0D24-60E9-4C7E-820B-248505F03A4B}" dt="2026-04-13T02:20:14.715" v="983" actId="1076"/>
          <ac:picMkLst>
            <pc:docMk/>
            <pc:sldMk cId="3180392017" sldId="282"/>
            <ac:picMk id="2" creationId="{3E1DAFB7-5B39-8BCC-C78E-20E849F55340}"/>
          </ac:picMkLst>
        </pc:picChg>
        <pc:picChg chg="del">
          <ac:chgData name="SHIN HYUN KIL" userId="d5bffe1d-586f-4b28-9005-eb11788ec385" providerId="ADAL" clId="{CE2F0D24-60E9-4C7E-820B-248505F03A4B}" dt="2026-04-13T02:18:49.612" v="980" actId="478"/>
          <ac:picMkLst>
            <pc:docMk/>
            <pc:sldMk cId="3180392017" sldId="282"/>
            <ac:picMk id="92" creationId="{093ADA1A-D56F-E0FE-FB75-FA755981DE8A}"/>
          </ac:picMkLst>
        </pc:picChg>
        <pc:cxnChg chg="mod">
          <ac:chgData name="SHIN HYUN KIL" userId="d5bffe1d-586f-4b28-9005-eb11788ec385" providerId="ADAL" clId="{CE2F0D24-60E9-4C7E-820B-248505F03A4B}" dt="2026-04-13T02:18:49.612" v="980" actId="478"/>
          <ac:cxnSpMkLst>
            <pc:docMk/>
            <pc:sldMk cId="3180392017" sldId="282"/>
            <ac:cxnSpMk id="93" creationId="{E86C9D71-AFDC-B93A-A063-72A566CC9EFD}"/>
          </ac:cxnSpMkLst>
        </pc:cxnChg>
      </pc:sldChg>
      <pc:sldChg chg="addSp delSp modSp add mod">
        <pc:chgData name="SHIN HYUN KIL" userId="d5bffe1d-586f-4b28-9005-eb11788ec385" providerId="ADAL" clId="{CE2F0D24-60E9-4C7E-820B-248505F03A4B}" dt="2026-04-13T02:27:23.934" v="1997" actId="404"/>
        <pc:sldMkLst>
          <pc:docMk/>
          <pc:sldMk cId="3021702881" sldId="283"/>
        </pc:sldMkLst>
        <pc:spChg chg="mod">
          <ac:chgData name="SHIN HYUN KIL" userId="d5bffe1d-586f-4b28-9005-eb11788ec385" providerId="ADAL" clId="{CE2F0D24-60E9-4C7E-820B-248505F03A4B}" dt="2026-04-13T02:22:46.123" v="1490"/>
          <ac:spMkLst>
            <pc:docMk/>
            <pc:sldMk cId="3021702881" sldId="283"/>
            <ac:spMk id="3" creationId="{A193F42F-1FE7-5879-291D-2F2FA1974683}"/>
          </ac:spMkLst>
        </pc:spChg>
        <pc:spChg chg="mod">
          <ac:chgData name="SHIN HYUN KIL" userId="d5bffe1d-586f-4b28-9005-eb11788ec385" providerId="ADAL" clId="{CE2F0D24-60E9-4C7E-820B-248505F03A4B}" dt="2026-04-13T02:22:46.123" v="1490"/>
          <ac:spMkLst>
            <pc:docMk/>
            <pc:sldMk cId="3021702881" sldId="283"/>
            <ac:spMk id="4" creationId="{8F1437C1-D53B-BDB5-20A1-1B372A35F98D}"/>
          </ac:spMkLst>
        </pc:spChg>
        <pc:spChg chg="mod">
          <ac:chgData name="SHIN HYUN KIL" userId="d5bffe1d-586f-4b28-9005-eb11788ec385" providerId="ADAL" clId="{CE2F0D24-60E9-4C7E-820B-248505F03A4B}" dt="2026-04-13T02:22:46.123" v="1490"/>
          <ac:spMkLst>
            <pc:docMk/>
            <pc:sldMk cId="3021702881" sldId="283"/>
            <ac:spMk id="5" creationId="{B2E5BC09-1442-7948-9301-88F0CAB4C8D6}"/>
          </ac:spMkLst>
        </pc:spChg>
        <pc:spChg chg="mod">
          <ac:chgData name="SHIN HYUN KIL" userId="d5bffe1d-586f-4b28-9005-eb11788ec385" providerId="ADAL" clId="{CE2F0D24-60E9-4C7E-820B-248505F03A4B}" dt="2026-04-13T02:22:46.123" v="1490"/>
          <ac:spMkLst>
            <pc:docMk/>
            <pc:sldMk cId="3021702881" sldId="283"/>
            <ac:spMk id="6" creationId="{BCBAAE63-53EF-F48F-0C08-FBE4ABB5F9C6}"/>
          </ac:spMkLst>
        </pc:spChg>
        <pc:spChg chg="mod">
          <ac:chgData name="SHIN HYUN KIL" userId="d5bffe1d-586f-4b28-9005-eb11788ec385" providerId="ADAL" clId="{CE2F0D24-60E9-4C7E-820B-248505F03A4B}" dt="2026-04-13T02:22:46.123" v="1490"/>
          <ac:spMkLst>
            <pc:docMk/>
            <pc:sldMk cId="3021702881" sldId="283"/>
            <ac:spMk id="8" creationId="{CFBDF382-CB2C-7F5C-9591-73F66E2EA80D}"/>
          </ac:spMkLst>
        </pc:spChg>
        <pc:spChg chg="mod">
          <ac:chgData name="SHIN HYUN KIL" userId="d5bffe1d-586f-4b28-9005-eb11788ec385" providerId="ADAL" clId="{CE2F0D24-60E9-4C7E-820B-248505F03A4B}" dt="2026-04-13T02:22:46.123" v="1490"/>
          <ac:spMkLst>
            <pc:docMk/>
            <pc:sldMk cId="3021702881" sldId="283"/>
            <ac:spMk id="9" creationId="{0F8907C5-8A17-4D0F-7BAD-94470B93B75A}"/>
          </ac:spMkLst>
        </pc:spChg>
        <pc:spChg chg="mod">
          <ac:chgData name="SHIN HYUN KIL" userId="d5bffe1d-586f-4b28-9005-eb11788ec385" providerId="ADAL" clId="{CE2F0D24-60E9-4C7E-820B-248505F03A4B}" dt="2026-04-13T02:22:46.123" v="1490"/>
          <ac:spMkLst>
            <pc:docMk/>
            <pc:sldMk cId="3021702881" sldId="283"/>
            <ac:spMk id="10" creationId="{16AA61A8-3AD8-5EFF-EA7C-1729F3D7D5DC}"/>
          </ac:spMkLst>
        </pc:spChg>
        <pc:spChg chg="mod">
          <ac:chgData name="SHIN HYUN KIL" userId="d5bffe1d-586f-4b28-9005-eb11788ec385" providerId="ADAL" clId="{CE2F0D24-60E9-4C7E-820B-248505F03A4B}" dt="2026-04-13T02:22:46.123" v="1490"/>
          <ac:spMkLst>
            <pc:docMk/>
            <pc:sldMk cId="3021702881" sldId="283"/>
            <ac:spMk id="11" creationId="{EBF59EE7-D05D-8329-192D-1AD4123FA729}"/>
          </ac:spMkLst>
        </pc:spChg>
        <pc:spChg chg="mod">
          <ac:chgData name="SHIN HYUN KIL" userId="d5bffe1d-586f-4b28-9005-eb11788ec385" providerId="ADAL" clId="{CE2F0D24-60E9-4C7E-820B-248505F03A4B}" dt="2026-04-13T02:22:46.123" v="1490"/>
          <ac:spMkLst>
            <pc:docMk/>
            <pc:sldMk cId="3021702881" sldId="283"/>
            <ac:spMk id="13" creationId="{408CCBC6-1051-99E0-555E-3C5D7CB320DE}"/>
          </ac:spMkLst>
        </pc:spChg>
        <pc:spChg chg="mod">
          <ac:chgData name="SHIN HYUN KIL" userId="d5bffe1d-586f-4b28-9005-eb11788ec385" providerId="ADAL" clId="{CE2F0D24-60E9-4C7E-820B-248505F03A4B}" dt="2026-04-13T02:22:46.123" v="1490"/>
          <ac:spMkLst>
            <pc:docMk/>
            <pc:sldMk cId="3021702881" sldId="283"/>
            <ac:spMk id="14" creationId="{AF964B7B-A177-7654-5332-6FFA0CEF9F11}"/>
          </ac:spMkLst>
        </pc:spChg>
        <pc:spChg chg="mod">
          <ac:chgData name="SHIN HYUN KIL" userId="d5bffe1d-586f-4b28-9005-eb11788ec385" providerId="ADAL" clId="{CE2F0D24-60E9-4C7E-820B-248505F03A4B}" dt="2026-04-13T02:22:46.123" v="1490"/>
          <ac:spMkLst>
            <pc:docMk/>
            <pc:sldMk cId="3021702881" sldId="283"/>
            <ac:spMk id="15" creationId="{70591195-8324-FE72-89D9-CE92AEFEF994}"/>
          </ac:spMkLst>
        </pc:spChg>
        <pc:spChg chg="mod">
          <ac:chgData name="SHIN HYUN KIL" userId="d5bffe1d-586f-4b28-9005-eb11788ec385" providerId="ADAL" clId="{CE2F0D24-60E9-4C7E-820B-248505F03A4B}" dt="2026-04-13T02:22:46.123" v="1490"/>
          <ac:spMkLst>
            <pc:docMk/>
            <pc:sldMk cId="3021702881" sldId="283"/>
            <ac:spMk id="16" creationId="{4185EE4E-FC8B-7878-4FB4-325B9233B9A2}"/>
          </ac:spMkLst>
        </pc:spChg>
        <pc:spChg chg="mod">
          <ac:chgData name="SHIN HYUN KIL" userId="d5bffe1d-586f-4b28-9005-eb11788ec385" providerId="ADAL" clId="{CE2F0D24-60E9-4C7E-820B-248505F03A4B}" dt="2026-04-13T02:22:46.123" v="1490"/>
          <ac:spMkLst>
            <pc:docMk/>
            <pc:sldMk cId="3021702881" sldId="283"/>
            <ac:spMk id="18" creationId="{731C718F-2E90-6986-D5D3-6461D92BCD8D}"/>
          </ac:spMkLst>
        </pc:spChg>
        <pc:spChg chg="mod">
          <ac:chgData name="SHIN HYUN KIL" userId="d5bffe1d-586f-4b28-9005-eb11788ec385" providerId="ADAL" clId="{CE2F0D24-60E9-4C7E-820B-248505F03A4B}" dt="2026-04-13T02:22:46.123" v="1490"/>
          <ac:spMkLst>
            <pc:docMk/>
            <pc:sldMk cId="3021702881" sldId="283"/>
            <ac:spMk id="19" creationId="{7097B495-DEBB-A910-3FFA-D050B85162C1}"/>
          </ac:spMkLst>
        </pc:spChg>
        <pc:spChg chg="mod">
          <ac:chgData name="SHIN HYUN KIL" userId="d5bffe1d-586f-4b28-9005-eb11788ec385" providerId="ADAL" clId="{CE2F0D24-60E9-4C7E-820B-248505F03A4B}" dt="2026-04-13T02:22:46.123" v="1490"/>
          <ac:spMkLst>
            <pc:docMk/>
            <pc:sldMk cId="3021702881" sldId="283"/>
            <ac:spMk id="20" creationId="{2A803BFB-011C-CD4C-A04C-B7C7FC32F89F}"/>
          </ac:spMkLst>
        </pc:spChg>
        <pc:spChg chg="mod">
          <ac:chgData name="SHIN HYUN KIL" userId="d5bffe1d-586f-4b28-9005-eb11788ec385" providerId="ADAL" clId="{CE2F0D24-60E9-4C7E-820B-248505F03A4B}" dt="2026-04-13T02:22:46.123" v="1490"/>
          <ac:spMkLst>
            <pc:docMk/>
            <pc:sldMk cId="3021702881" sldId="283"/>
            <ac:spMk id="21" creationId="{32EC28B7-286C-E33A-9DC8-F1E61F02217F}"/>
          </ac:spMkLst>
        </pc:spChg>
        <pc:spChg chg="add del mod">
          <ac:chgData name="SHIN HYUN KIL" userId="d5bffe1d-586f-4b28-9005-eb11788ec385" providerId="ADAL" clId="{CE2F0D24-60E9-4C7E-820B-248505F03A4B}" dt="2026-04-13T02:23:49.848" v="1733" actId="478"/>
          <ac:spMkLst>
            <pc:docMk/>
            <pc:sldMk cId="3021702881" sldId="283"/>
            <ac:spMk id="23" creationId="{DC8BBDF7-4675-C012-450B-6DAA4ACAE042}"/>
          </ac:spMkLst>
        </pc:spChg>
        <pc:spChg chg="add del mod">
          <ac:chgData name="SHIN HYUN KIL" userId="d5bffe1d-586f-4b28-9005-eb11788ec385" providerId="ADAL" clId="{CE2F0D24-60E9-4C7E-820B-248505F03A4B}" dt="2026-04-13T02:23:49.848" v="1733" actId="478"/>
          <ac:spMkLst>
            <pc:docMk/>
            <pc:sldMk cId="3021702881" sldId="283"/>
            <ac:spMk id="25" creationId="{69847FE4-89E5-2AB2-BB06-61C5726D05A2}"/>
          </ac:spMkLst>
        </pc:spChg>
        <pc:spChg chg="add del mod">
          <ac:chgData name="SHIN HYUN KIL" userId="d5bffe1d-586f-4b28-9005-eb11788ec385" providerId="ADAL" clId="{CE2F0D24-60E9-4C7E-820B-248505F03A4B}" dt="2026-04-13T02:23:49.848" v="1733" actId="478"/>
          <ac:spMkLst>
            <pc:docMk/>
            <pc:sldMk cId="3021702881" sldId="283"/>
            <ac:spMk id="26" creationId="{4860ED1B-E773-03EA-B619-41BE33F69911}"/>
          </ac:spMkLst>
        </pc:spChg>
        <pc:spChg chg="add del mod">
          <ac:chgData name="SHIN HYUN KIL" userId="d5bffe1d-586f-4b28-9005-eb11788ec385" providerId="ADAL" clId="{CE2F0D24-60E9-4C7E-820B-248505F03A4B}" dt="2026-04-13T02:23:49.848" v="1733" actId="478"/>
          <ac:spMkLst>
            <pc:docMk/>
            <pc:sldMk cId="3021702881" sldId="283"/>
            <ac:spMk id="28" creationId="{2987291A-ECF1-A751-9699-18302CD9D1C7}"/>
          </ac:spMkLst>
        </pc:spChg>
        <pc:spChg chg="mod">
          <ac:chgData name="SHIN HYUN KIL" userId="d5bffe1d-586f-4b28-9005-eb11788ec385" providerId="ADAL" clId="{CE2F0D24-60E9-4C7E-820B-248505F03A4B}" dt="2026-04-13T02:22:58.425" v="1494"/>
          <ac:spMkLst>
            <pc:docMk/>
            <pc:sldMk cId="3021702881" sldId="283"/>
            <ac:spMk id="31" creationId="{2A3D49F6-AD25-4181-3FE9-DA99D2E05F60}"/>
          </ac:spMkLst>
        </pc:spChg>
        <pc:spChg chg="mod">
          <ac:chgData name="SHIN HYUN KIL" userId="d5bffe1d-586f-4b28-9005-eb11788ec385" providerId="ADAL" clId="{CE2F0D24-60E9-4C7E-820B-248505F03A4B}" dt="2026-04-13T02:22:58.425" v="1494"/>
          <ac:spMkLst>
            <pc:docMk/>
            <pc:sldMk cId="3021702881" sldId="283"/>
            <ac:spMk id="32" creationId="{A202100E-3847-8C62-A003-2A3C8C0A26BD}"/>
          </ac:spMkLst>
        </pc:spChg>
        <pc:spChg chg="mod">
          <ac:chgData name="SHIN HYUN KIL" userId="d5bffe1d-586f-4b28-9005-eb11788ec385" providerId="ADAL" clId="{CE2F0D24-60E9-4C7E-820B-248505F03A4B}" dt="2026-04-13T02:22:58.425" v="1494"/>
          <ac:spMkLst>
            <pc:docMk/>
            <pc:sldMk cId="3021702881" sldId="283"/>
            <ac:spMk id="33" creationId="{2CFC1969-0539-B6C5-CA25-E738FAE8D6F6}"/>
          </ac:spMkLst>
        </pc:spChg>
        <pc:spChg chg="mod">
          <ac:chgData name="SHIN HYUN KIL" userId="d5bffe1d-586f-4b28-9005-eb11788ec385" providerId="ADAL" clId="{CE2F0D24-60E9-4C7E-820B-248505F03A4B}" dt="2026-04-13T02:22:58.425" v="1494"/>
          <ac:spMkLst>
            <pc:docMk/>
            <pc:sldMk cId="3021702881" sldId="283"/>
            <ac:spMk id="34" creationId="{9E352DD8-3EE1-C89F-98AD-E72EB16FCE3E}"/>
          </ac:spMkLst>
        </pc:spChg>
        <pc:spChg chg="mod">
          <ac:chgData name="SHIN HYUN KIL" userId="d5bffe1d-586f-4b28-9005-eb11788ec385" providerId="ADAL" clId="{CE2F0D24-60E9-4C7E-820B-248505F03A4B}" dt="2026-04-13T02:22:58.425" v="1494"/>
          <ac:spMkLst>
            <pc:docMk/>
            <pc:sldMk cId="3021702881" sldId="283"/>
            <ac:spMk id="36" creationId="{DABCDC18-9842-258B-AB18-334030A58134}"/>
          </ac:spMkLst>
        </pc:spChg>
        <pc:spChg chg="mod">
          <ac:chgData name="SHIN HYUN KIL" userId="d5bffe1d-586f-4b28-9005-eb11788ec385" providerId="ADAL" clId="{CE2F0D24-60E9-4C7E-820B-248505F03A4B}" dt="2026-04-13T02:22:58.425" v="1494"/>
          <ac:spMkLst>
            <pc:docMk/>
            <pc:sldMk cId="3021702881" sldId="283"/>
            <ac:spMk id="37" creationId="{8BEC12EA-EE81-D1D7-FF29-21DDE9D713D7}"/>
          </ac:spMkLst>
        </pc:spChg>
        <pc:spChg chg="mod">
          <ac:chgData name="SHIN HYUN KIL" userId="d5bffe1d-586f-4b28-9005-eb11788ec385" providerId="ADAL" clId="{CE2F0D24-60E9-4C7E-820B-248505F03A4B}" dt="2026-04-13T02:22:58.425" v="1494"/>
          <ac:spMkLst>
            <pc:docMk/>
            <pc:sldMk cId="3021702881" sldId="283"/>
            <ac:spMk id="38" creationId="{69CBBA8C-A613-093C-5FDE-16CCB17522C3}"/>
          </ac:spMkLst>
        </pc:spChg>
        <pc:spChg chg="mod">
          <ac:chgData name="SHIN HYUN KIL" userId="d5bffe1d-586f-4b28-9005-eb11788ec385" providerId="ADAL" clId="{CE2F0D24-60E9-4C7E-820B-248505F03A4B}" dt="2026-04-13T02:22:58.425" v="1494"/>
          <ac:spMkLst>
            <pc:docMk/>
            <pc:sldMk cId="3021702881" sldId="283"/>
            <ac:spMk id="39" creationId="{D4EF00A1-7145-A2AC-8DBC-904553A9D2B4}"/>
          </ac:spMkLst>
        </pc:spChg>
        <pc:spChg chg="mod">
          <ac:chgData name="SHIN HYUN KIL" userId="d5bffe1d-586f-4b28-9005-eb11788ec385" providerId="ADAL" clId="{CE2F0D24-60E9-4C7E-820B-248505F03A4B}" dt="2026-04-13T02:22:58.425" v="1494"/>
          <ac:spMkLst>
            <pc:docMk/>
            <pc:sldMk cId="3021702881" sldId="283"/>
            <ac:spMk id="41" creationId="{B1BF9CEB-35AA-087E-9E87-68C5A64DFCB0}"/>
          </ac:spMkLst>
        </pc:spChg>
        <pc:spChg chg="mod">
          <ac:chgData name="SHIN HYUN KIL" userId="d5bffe1d-586f-4b28-9005-eb11788ec385" providerId="ADAL" clId="{CE2F0D24-60E9-4C7E-820B-248505F03A4B}" dt="2026-04-13T02:22:58.425" v="1494"/>
          <ac:spMkLst>
            <pc:docMk/>
            <pc:sldMk cId="3021702881" sldId="283"/>
            <ac:spMk id="42" creationId="{1B76D4DC-0AB3-A051-9CD8-B9B15D3917AE}"/>
          </ac:spMkLst>
        </pc:spChg>
        <pc:spChg chg="mod">
          <ac:chgData name="SHIN HYUN KIL" userId="d5bffe1d-586f-4b28-9005-eb11788ec385" providerId="ADAL" clId="{CE2F0D24-60E9-4C7E-820B-248505F03A4B}" dt="2026-04-13T02:22:58.425" v="1494"/>
          <ac:spMkLst>
            <pc:docMk/>
            <pc:sldMk cId="3021702881" sldId="283"/>
            <ac:spMk id="43" creationId="{18ED12AF-8EE3-2799-D371-4739C11A48B5}"/>
          </ac:spMkLst>
        </pc:spChg>
        <pc:spChg chg="mod">
          <ac:chgData name="SHIN HYUN KIL" userId="d5bffe1d-586f-4b28-9005-eb11788ec385" providerId="ADAL" clId="{CE2F0D24-60E9-4C7E-820B-248505F03A4B}" dt="2026-04-13T02:22:58.425" v="1494"/>
          <ac:spMkLst>
            <pc:docMk/>
            <pc:sldMk cId="3021702881" sldId="283"/>
            <ac:spMk id="44" creationId="{1A671775-3627-429B-8533-6B9DAEF02DB9}"/>
          </ac:spMkLst>
        </pc:spChg>
        <pc:spChg chg="mod">
          <ac:chgData name="SHIN HYUN KIL" userId="d5bffe1d-586f-4b28-9005-eb11788ec385" providerId="ADAL" clId="{CE2F0D24-60E9-4C7E-820B-248505F03A4B}" dt="2026-04-13T02:22:58.425" v="1494"/>
          <ac:spMkLst>
            <pc:docMk/>
            <pc:sldMk cId="3021702881" sldId="283"/>
            <ac:spMk id="46" creationId="{497EBFFA-E2D7-B60A-2739-2EC1E61472E4}"/>
          </ac:spMkLst>
        </pc:spChg>
        <pc:spChg chg="mod">
          <ac:chgData name="SHIN HYUN KIL" userId="d5bffe1d-586f-4b28-9005-eb11788ec385" providerId="ADAL" clId="{CE2F0D24-60E9-4C7E-820B-248505F03A4B}" dt="2026-04-13T02:22:58.425" v="1494"/>
          <ac:spMkLst>
            <pc:docMk/>
            <pc:sldMk cId="3021702881" sldId="283"/>
            <ac:spMk id="47" creationId="{41540F87-6D7E-7835-70E0-2BCC568C9399}"/>
          </ac:spMkLst>
        </pc:spChg>
        <pc:spChg chg="mod">
          <ac:chgData name="SHIN HYUN KIL" userId="d5bffe1d-586f-4b28-9005-eb11788ec385" providerId="ADAL" clId="{CE2F0D24-60E9-4C7E-820B-248505F03A4B}" dt="2026-04-13T02:22:58.425" v="1494"/>
          <ac:spMkLst>
            <pc:docMk/>
            <pc:sldMk cId="3021702881" sldId="283"/>
            <ac:spMk id="48" creationId="{E5E025D0-04E4-68EF-5F7A-DA7AAA376642}"/>
          </ac:spMkLst>
        </pc:spChg>
        <pc:spChg chg="mod">
          <ac:chgData name="SHIN HYUN KIL" userId="d5bffe1d-586f-4b28-9005-eb11788ec385" providerId="ADAL" clId="{CE2F0D24-60E9-4C7E-820B-248505F03A4B}" dt="2026-04-13T02:22:58.425" v="1494"/>
          <ac:spMkLst>
            <pc:docMk/>
            <pc:sldMk cId="3021702881" sldId="283"/>
            <ac:spMk id="49" creationId="{8F79C9F0-2B2C-B91E-192B-B379D2ACA64C}"/>
          </ac:spMkLst>
        </pc:spChg>
        <pc:spChg chg="add del mod">
          <ac:chgData name="SHIN HYUN KIL" userId="d5bffe1d-586f-4b28-9005-eb11788ec385" providerId="ADAL" clId="{CE2F0D24-60E9-4C7E-820B-248505F03A4B}" dt="2026-04-13T02:24:10.112" v="1740" actId="478"/>
          <ac:spMkLst>
            <pc:docMk/>
            <pc:sldMk cId="3021702881" sldId="283"/>
            <ac:spMk id="51" creationId="{53E04FFF-9931-1BB1-C46D-851BC1283D43}"/>
          </ac:spMkLst>
        </pc:spChg>
        <pc:spChg chg="add del mod">
          <ac:chgData name="SHIN HYUN KIL" userId="d5bffe1d-586f-4b28-9005-eb11788ec385" providerId="ADAL" clId="{CE2F0D24-60E9-4C7E-820B-248505F03A4B}" dt="2026-04-13T02:24:10.112" v="1740" actId="478"/>
          <ac:spMkLst>
            <pc:docMk/>
            <pc:sldMk cId="3021702881" sldId="283"/>
            <ac:spMk id="53" creationId="{7F5B9220-8A39-AAA0-6D80-50DCC2CE7DFB}"/>
          </ac:spMkLst>
        </pc:spChg>
        <pc:spChg chg="add del mod">
          <ac:chgData name="SHIN HYUN KIL" userId="d5bffe1d-586f-4b28-9005-eb11788ec385" providerId="ADAL" clId="{CE2F0D24-60E9-4C7E-820B-248505F03A4B}" dt="2026-04-13T02:24:10.112" v="1740" actId="478"/>
          <ac:spMkLst>
            <pc:docMk/>
            <pc:sldMk cId="3021702881" sldId="283"/>
            <ac:spMk id="54" creationId="{CF94D71C-FE10-D5BD-EC90-82F7C55B590C}"/>
          </ac:spMkLst>
        </pc:spChg>
        <pc:spChg chg="add del mod">
          <ac:chgData name="SHIN HYUN KIL" userId="d5bffe1d-586f-4b28-9005-eb11788ec385" providerId="ADAL" clId="{CE2F0D24-60E9-4C7E-820B-248505F03A4B}" dt="2026-04-13T02:25:17.830" v="1767" actId="478"/>
          <ac:spMkLst>
            <pc:docMk/>
            <pc:sldMk cId="3021702881" sldId="283"/>
            <ac:spMk id="55" creationId="{E3E9A83D-EEDC-BF5F-9AC7-93B95160FA03}"/>
          </ac:spMkLst>
        </pc:spChg>
        <pc:spChg chg="add del mod">
          <ac:chgData name="SHIN HYUN KIL" userId="d5bffe1d-586f-4b28-9005-eb11788ec385" providerId="ADAL" clId="{CE2F0D24-60E9-4C7E-820B-248505F03A4B}" dt="2026-04-13T02:24:10.112" v="1740" actId="478"/>
          <ac:spMkLst>
            <pc:docMk/>
            <pc:sldMk cId="3021702881" sldId="283"/>
            <ac:spMk id="56" creationId="{576C28C8-3F31-ACC3-7BA7-62FBFAB1C6E4}"/>
          </ac:spMkLst>
        </pc:spChg>
        <pc:spChg chg="del">
          <ac:chgData name="SHIN HYUN KIL" userId="d5bffe1d-586f-4b28-9005-eb11788ec385" providerId="ADAL" clId="{CE2F0D24-60E9-4C7E-820B-248505F03A4B}" dt="2026-04-13T02:22:45.223" v="1489" actId="478"/>
          <ac:spMkLst>
            <pc:docMk/>
            <pc:sldMk cId="3021702881" sldId="283"/>
            <ac:spMk id="97" creationId="{F184D797-9E2C-ABF1-97A8-4037995DDD5E}"/>
          </ac:spMkLst>
        </pc:spChg>
        <pc:spChg chg="mod">
          <ac:chgData name="SHIN HYUN KIL" userId="d5bffe1d-586f-4b28-9005-eb11788ec385" providerId="ADAL" clId="{CE2F0D24-60E9-4C7E-820B-248505F03A4B}" dt="2026-04-13T02:25:22.562" v="1769"/>
          <ac:spMkLst>
            <pc:docMk/>
            <pc:sldMk cId="3021702881" sldId="283"/>
            <ac:spMk id="100" creationId="{5C75AC8C-0243-44EA-BD1D-4A2095A0F029}"/>
          </ac:spMkLst>
        </pc:spChg>
        <pc:spChg chg="del">
          <ac:chgData name="SHIN HYUN KIL" userId="d5bffe1d-586f-4b28-9005-eb11788ec385" providerId="ADAL" clId="{CE2F0D24-60E9-4C7E-820B-248505F03A4B}" dt="2026-04-13T02:22:56.373" v="1492" actId="478"/>
          <ac:spMkLst>
            <pc:docMk/>
            <pc:sldMk cId="3021702881" sldId="283"/>
            <ac:spMk id="101" creationId="{0EB37268-1584-FBD6-5292-F0CCF255BAFF}"/>
          </ac:spMkLst>
        </pc:spChg>
        <pc:spChg chg="del">
          <ac:chgData name="SHIN HYUN KIL" userId="d5bffe1d-586f-4b28-9005-eb11788ec385" providerId="ADAL" clId="{CE2F0D24-60E9-4C7E-820B-248505F03A4B}" dt="2026-04-13T02:22:45.223" v="1489" actId="478"/>
          <ac:spMkLst>
            <pc:docMk/>
            <pc:sldMk cId="3021702881" sldId="283"/>
            <ac:spMk id="102" creationId="{48494087-4EDB-1ED8-F4E3-EDC34DB46578}"/>
          </ac:spMkLst>
        </pc:spChg>
        <pc:spChg chg="del">
          <ac:chgData name="SHIN HYUN KIL" userId="d5bffe1d-586f-4b28-9005-eb11788ec385" providerId="ADAL" clId="{CE2F0D24-60E9-4C7E-820B-248505F03A4B}" dt="2026-04-13T02:22:45.223" v="1489" actId="478"/>
          <ac:spMkLst>
            <pc:docMk/>
            <pc:sldMk cId="3021702881" sldId="283"/>
            <ac:spMk id="103" creationId="{274E7719-28A2-C81B-CB4F-15E19724D70F}"/>
          </ac:spMkLst>
        </pc:spChg>
        <pc:spChg chg="mod">
          <ac:chgData name="SHIN HYUN KIL" userId="d5bffe1d-586f-4b28-9005-eb11788ec385" providerId="ADAL" clId="{CE2F0D24-60E9-4C7E-820B-248505F03A4B}" dt="2026-04-13T02:25:22.562" v="1769"/>
          <ac:spMkLst>
            <pc:docMk/>
            <pc:sldMk cId="3021702881" sldId="283"/>
            <ac:spMk id="104" creationId="{252E4197-E899-0FF7-D73C-BBA02D87E78C}"/>
          </ac:spMkLst>
        </pc:spChg>
        <pc:spChg chg="mod">
          <ac:chgData name="SHIN HYUN KIL" userId="d5bffe1d-586f-4b28-9005-eb11788ec385" providerId="ADAL" clId="{CE2F0D24-60E9-4C7E-820B-248505F03A4B}" dt="2026-04-13T02:25:22.562" v="1769"/>
          <ac:spMkLst>
            <pc:docMk/>
            <pc:sldMk cId="3021702881" sldId="283"/>
            <ac:spMk id="105" creationId="{701A0A5E-AFC2-FE27-5517-23FD250B172D}"/>
          </ac:spMkLst>
        </pc:spChg>
        <pc:spChg chg="mod">
          <ac:chgData name="SHIN HYUN KIL" userId="d5bffe1d-586f-4b28-9005-eb11788ec385" providerId="ADAL" clId="{CE2F0D24-60E9-4C7E-820B-248505F03A4B}" dt="2026-04-13T02:25:22.562" v="1769"/>
          <ac:spMkLst>
            <pc:docMk/>
            <pc:sldMk cId="3021702881" sldId="283"/>
            <ac:spMk id="106" creationId="{175B2CB3-F895-B65F-CCB5-51DFF17C66E3}"/>
          </ac:spMkLst>
        </pc:spChg>
        <pc:spChg chg="del">
          <ac:chgData name="SHIN HYUN KIL" userId="d5bffe1d-586f-4b28-9005-eb11788ec385" providerId="ADAL" clId="{CE2F0D24-60E9-4C7E-820B-248505F03A4B}" dt="2026-04-13T02:22:56.373" v="1492" actId="478"/>
          <ac:spMkLst>
            <pc:docMk/>
            <pc:sldMk cId="3021702881" sldId="283"/>
            <ac:spMk id="114" creationId="{3F267212-5A03-2711-833B-39B647F9063D}"/>
          </ac:spMkLst>
        </pc:spChg>
        <pc:spChg chg="del">
          <ac:chgData name="SHIN HYUN KIL" userId="d5bffe1d-586f-4b28-9005-eb11788ec385" providerId="ADAL" clId="{CE2F0D24-60E9-4C7E-820B-248505F03A4B}" dt="2026-04-13T02:22:56.373" v="1492" actId="478"/>
          <ac:spMkLst>
            <pc:docMk/>
            <pc:sldMk cId="3021702881" sldId="283"/>
            <ac:spMk id="116" creationId="{AF348E1E-4F0E-4CF7-15F8-15CDCC3D85B2}"/>
          </ac:spMkLst>
        </pc:spChg>
        <pc:spChg chg="del">
          <ac:chgData name="SHIN HYUN KIL" userId="d5bffe1d-586f-4b28-9005-eb11788ec385" providerId="ADAL" clId="{CE2F0D24-60E9-4C7E-820B-248505F03A4B}" dt="2026-04-13T02:22:56.373" v="1492" actId="478"/>
          <ac:spMkLst>
            <pc:docMk/>
            <pc:sldMk cId="3021702881" sldId="283"/>
            <ac:spMk id="117" creationId="{64C24B8E-C2BC-24F7-EAC2-AFCF2D064094}"/>
          </ac:spMkLst>
        </pc:spChg>
        <pc:spChg chg="del">
          <ac:chgData name="SHIN HYUN KIL" userId="d5bffe1d-586f-4b28-9005-eb11788ec385" providerId="ADAL" clId="{CE2F0D24-60E9-4C7E-820B-248505F03A4B}" dt="2026-04-13T02:22:56.373" v="1492" actId="478"/>
          <ac:spMkLst>
            <pc:docMk/>
            <pc:sldMk cId="3021702881" sldId="283"/>
            <ac:spMk id="143" creationId="{BC2EC77B-E654-4BD1-62A1-91F289EF8417}"/>
          </ac:spMkLst>
        </pc:spChg>
        <pc:spChg chg="del">
          <ac:chgData name="SHIN HYUN KIL" userId="d5bffe1d-586f-4b28-9005-eb11788ec385" providerId="ADAL" clId="{CE2F0D24-60E9-4C7E-820B-248505F03A4B}" dt="2026-04-13T02:22:56.373" v="1492" actId="478"/>
          <ac:spMkLst>
            <pc:docMk/>
            <pc:sldMk cId="3021702881" sldId="283"/>
            <ac:spMk id="144" creationId="{7B644710-A660-4C93-8E8D-4E51EAA27142}"/>
          </ac:spMkLst>
        </pc:spChg>
        <pc:spChg chg="del">
          <ac:chgData name="SHIN HYUN KIL" userId="d5bffe1d-586f-4b28-9005-eb11788ec385" providerId="ADAL" clId="{CE2F0D24-60E9-4C7E-820B-248505F03A4B}" dt="2026-04-13T02:22:56.373" v="1492" actId="478"/>
          <ac:spMkLst>
            <pc:docMk/>
            <pc:sldMk cId="3021702881" sldId="283"/>
            <ac:spMk id="145" creationId="{988E41CB-36DC-9021-904A-D9D6DEE8F58B}"/>
          </ac:spMkLst>
        </pc:spChg>
        <pc:spChg chg="del">
          <ac:chgData name="SHIN HYUN KIL" userId="d5bffe1d-586f-4b28-9005-eb11788ec385" providerId="ADAL" clId="{CE2F0D24-60E9-4C7E-820B-248505F03A4B}" dt="2026-04-13T02:22:56.373" v="1492" actId="478"/>
          <ac:spMkLst>
            <pc:docMk/>
            <pc:sldMk cId="3021702881" sldId="283"/>
            <ac:spMk id="146" creationId="{961A20CC-04E8-E322-4498-CC857A50AD19}"/>
          </ac:spMkLst>
        </pc:spChg>
        <pc:spChg chg="del">
          <ac:chgData name="SHIN HYUN KIL" userId="d5bffe1d-586f-4b28-9005-eb11788ec385" providerId="ADAL" clId="{CE2F0D24-60E9-4C7E-820B-248505F03A4B}" dt="2026-04-13T02:22:56.373" v="1492" actId="478"/>
          <ac:spMkLst>
            <pc:docMk/>
            <pc:sldMk cId="3021702881" sldId="283"/>
            <ac:spMk id="147" creationId="{1F576A90-365F-E9CA-FA2D-846CADA70D41}"/>
          </ac:spMkLst>
        </pc:spChg>
        <pc:spChg chg="del">
          <ac:chgData name="SHIN HYUN KIL" userId="d5bffe1d-586f-4b28-9005-eb11788ec385" providerId="ADAL" clId="{CE2F0D24-60E9-4C7E-820B-248505F03A4B}" dt="2026-04-13T02:22:56.373" v="1492" actId="478"/>
          <ac:spMkLst>
            <pc:docMk/>
            <pc:sldMk cId="3021702881" sldId="283"/>
            <ac:spMk id="151" creationId="{9AD79964-B81D-A100-FC72-AAA2D2E7B02A}"/>
          </ac:spMkLst>
        </pc:spChg>
        <pc:spChg chg="del">
          <ac:chgData name="SHIN HYUN KIL" userId="d5bffe1d-586f-4b28-9005-eb11788ec385" providerId="ADAL" clId="{CE2F0D24-60E9-4C7E-820B-248505F03A4B}" dt="2026-04-13T02:22:56.373" v="1492" actId="478"/>
          <ac:spMkLst>
            <pc:docMk/>
            <pc:sldMk cId="3021702881" sldId="283"/>
            <ac:spMk id="152" creationId="{C7F6BC2C-39B1-D6C7-E819-861BDE41E5F8}"/>
          </ac:spMkLst>
        </pc:spChg>
        <pc:spChg chg="mod">
          <ac:chgData name="SHIN HYUN KIL" userId="d5bffe1d-586f-4b28-9005-eb11788ec385" providerId="ADAL" clId="{CE2F0D24-60E9-4C7E-820B-248505F03A4B}" dt="2026-04-13T02:25:22.562" v="1769"/>
          <ac:spMkLst>
            <pc:docMk/>
            <pc:sldMk cId="3021702881" sldId="283"/>
            <ac:spMk id="153" creationId="{4EAD7ADB-67FE-630C-515A-60B93CE59EBE}"/>
          </ac:spMkLst>
        </pc:spChg>
        <pc:spChg chg="mod">
          <ac:chgData name="SHIN HYUN KIL" userId="d5bffe1d-586f-4b28-9005-eb11788ec385" providerId="ADAL" clId="{CE2F0D24-60E9-4C7E-820B-248505F03A4B}" dt="2026-04-13T02:25:22.562" v="1769"/>
          <ac:spMkLst>
            <pc:docMk/>
            <pc:sldMk cId="3021702881" sldId="283"/>
            <ac:spMk id="154" creationId="{D25E1C52-3C26-49F2-3DAE-5C83CE9AD930}"/>
          </ac:spMkLst>
        </pc:spChg>
        <pc:spChg chg="del">
          <ac:chgData name="SHIN HYUN KIL" userId="d5bffe1d-586f-4b28-9005-eb11788ec385" providerId="ADAL" clId="{CE2F0D24-60E9-4C7E-820B-248505F03A4B}" dt="2026-04-13T02:22:45.223" v="1489" actId="478"/>
          <ac:spMkLst>
            <pc:docMk/>
            <pc:sldMk cId="3021702881" sldId="283"/>
            <ac:spMk id="155" creationId="{5722DBD3-5299-2051-4EC1-3C1D18B27DD6}"/>
          </ac:spMkLst>
        </pc:spChg>
        <pc:spChg chg="mod">
          <ac:chgData name="SHIN HYUN KIL" userId="d5bffe1d-586f-4b28-9005-eb11788ec385" providerId="ADAL" clId="{CE2F0D24-60E9-4C7E-820B-248505F03A4B}" dt="2026-04-13T02:25:22.562" v="1769"/>
          <ac:spMkLst>
            <pc:docMk/>
            <pc:sldMk cId="3021702881" sldId="283"/>
            <ac:spMk id="156" creationId="{5F8D2871-B1FD-96CF-786C-E171D863CD73}"/>
          </ac:spMkLst>
        </pc:spChg>
        <pc:spChg chg="mod">
          <ac:chgData name="SHIN HYUN KIL" userId="d5bffe1d-586f-4b28-9005-eb11788ec385" providerId="ADAL" clId="{CE2F0D24-60E9-4C7E-820B-248505F03A4B}" dt="2026-04-13T02:25:22.562" v="1769"/>
          <ac:spMkLst>
            <pc:docMk/>
            <pc:sldMk cId="3021702881" sldId="283"/>
            <ac:spMk id="157" creationId="{B326B30A-D7EC-E844-1CF7-366B94F2C9BC}"/>
          </ac:spMkLst>
        </pc:spChg>
        <pc:spChg chg="mod">
          <ac:chgData name="SHIN HYUN KIL" userId="d5bffe1d-586f-4b28-9005-eb11788ec385" providerId="ADAL" clId="{CE2F0D24-60E9-4C7E-820B-248505F03A4B}" dt="2026-04-13T02:25:22.562" v="1769"/>
          <ac:spMkLst>
            <pc:docMk/>
            <pc:sldMk cId="3021702881" sldId="283"/>
            <ac:spMk id="159" creationId="{1881E477-8835-8DB1-BDF6-D29F1B6EAC54}"/>
          </ac:spMkLst>
        </pc:spChg>
        <pc:spChg chg="mod">
          <ac:chgData name="SHIN HYUN KIL" userId="d5bffe1d-586f-4b28-9005-eb11788ec385" providerId="ADAL" clId="{CE2F0D24-60E9-4C7E-820B-248505F03A4B}" dt="2026-04-13T02:25:22.562" v="1769"/>
          <ac:spMkLst>
            <pc:docMk/>
            <pc:sldMk cId="3021702881" sldId="283"/>
            <ac:spMk id="160" creationId="{519FB537-A0BA-4AFC-E320-BEFCBD6DA3B6}"/>
          </ac:spMkLst>
        </pc:spChg>
        <pc:spChg chg="mod">
          <ac:chgData name="SHIN HYUN KIL" userId="d5bffe1d-586f-4b28-9005-eb11788ec385" providerId="ADAL" clId="{CE2F0D24-60E9-4C7E-820B-248505F03A4B}" dt="2026-04-13T02:25:22.562" v="1769"/>
          <ac:spMkLst>
            <pc:docMk/>
            <pc:sldMk cId="3021702881" sldId="283"/>
            <ac:spMk id="161" creationId="{DE8F7289-7AA8-5E62-3824-BC25276DF69F}"/>
          </ac:spMkLst>
        </pc:spChg>
        <pc:spChg chg="mod">
          <ac:chgData name="SHIN HYUN KIL" userId="d5bffe1d-586f-4b28-9005-eb11788ec385" providerId="ADAL" clId="{CE2F0D24-60E9-4C7E-820B-248505F03A4B}" dt="2026-04-13T02:25:22.562" v="1769"/>
          <ac:spMkLst>
            <pc:docMk/>
            <pc:sldMk cId="3021702881" sldId="283"/>
            <ac:spMk id="162" creationId="{AD67E566-03EE-D7E4-7329-077004BD1168}"/>
          </ac:spMkLst>
        </pc:spChg>
        <pc:spChg chg="mod">
          <ac:chgData name="SHIN HYUN KIL" userId="d5bffe1d-586f-4b28-9005-eb11788ec385" providerId="ADAL" clId="{CE2F0D24-60E9-4C7E-820B-248505F03A4B}" dt="2026-04-13T02:25:22.562" v="1769"/>
          <ac:spMkLst>
            <pc:docMk/>
            <pc:sldMk cId="3021702881" sldId="283"/>
            <ac:spMk id="164" creationId="{A479C366-FEBD-E7EB-501A-7EC159A50E49}"/>
          </ac:spMkLst>
        </pc:spChg>
        <pc:spChg chg="mod">
          <ac:chgData name="SHIN HYUN KIL" userId="d5bffe1d-586f-4b28-9005-eb11788ec385" providerId="ADAL" clId="{CE2F0D24-60E9-4C7E-820B-248505F03A4B}" dt="2026-04-13T02:25:22.562" v="1769"/>
          <ac:spMkLst>
            <pc:docMk/>
            <pc:sldMk cId="3021702881" sldId="283"/>
            <ac:spMk id="165" creationId="{5FC61871-19A0-690A-17B1-31214A62D38C}"/>
          </ac:spMkLst>
        </pc:spChg>
        <pc:spChg chg="mod">
          <ac:chgData name="SHIN HYUN KIL" userId="d5bffe1d-586f-4b28-9005-eb11788ec385" providerId="ADAL" clId="{CE2F0D24-60E9-4C7E-820B-248505F03A4B}" dt="2026-04-13T02:25:22.562" v="1769"/>
          <ac:spMkLst>
            <pc:docMk/>
            <pc:sldMk cId="3021702881" sldId="283"/>
            <ac:spMk id="166" creationId="{636D5EF1-02BF-0E90-969B-4D28842C3ABF}"/>
          </ac:spMkLst>
        </pc:spChg>
        <pc:spChg chg="mod">
          <ac:chgData name="SHIN HYUN KIL" userId="d5bffe1d-586f-4b28-9005-eb11788ec385" providerId="ADAL" clId="{CE2F0D24-60E9-4C7E-820B-248505F03A4B}" dt="2026-04-13T02:25:22.562" v="1769"/>
          <ac:spMkLst>
            <pc:docMk/>
            <pc:sldMk cId="3021702881" sldId="283"/>
            <ac:spMk id="167" creationId="{9A3273E4-68BD-B69A-8657-0DE21F1D7B8B}"/>
          </ac:spMkLst>
        </pc:spChg>
        <pc:spChg chg="add mod">
          <ac:chgData name="SHIN HYUN KIL" userId="d5bffe1d-586f-4b28-9005-eb11788ec385" providerId="ADAL" clId="{CE2F0D24-60E9-4C7E-820B-248505F03A4B}" dt="2026-04-13T02:25:53.901" v="1792" actId="1036"/>
          <ac:spMkLst>
            <pc:docMk/>
            <pc:sldMk cId="3021702881" sldId="283"/>
            <ac:spMk id="169" creationId="{4E537A97-607E-6504-C0CD-9AE1C3D90A09}"/>
          </ac:spMkLst>
        </pc:spChg>
        <pc:spChg chg="add del mod">
          <ac:chgData name="SHIN HYUN KIL" userId="d5bffe1d-586f-4b28-9005-eb11788ec385" providerId="ADAL" clId="{CE2F0D24-60E9-4C7E-820B-248505F03A4B}" dt="2026-04-13T02:25:31.983" v="1771" actId="478"/>
          <ac:spMkLst>
            <pc:docMk/>
            <pc:sldMk cId="3021702881" sldId="283"/>
            <ac:spMk id="171" creationId="{38DE79B2-FA9A-295E-7772-293E657B87DE}"/>
          </ac:spMkLst>
        </pc:spChg>
        <pc:spChg chg="add mod">
          <ac:chgData name="SHIN HYUN KIL" userId="d5bffe1d-586f-4b28-9005-eb11788ec385" providerId="ADAL" clId="{CE2F0D24-60E9-4C7E-820B-248505F03A4B}" dt="2026-04-13T02:25:53.901" v="1792" actId="1036"/>
          <ac:spMkLst>
            <pc:docMk/>
            <pc:sldMk cId="3021702881" sldId="283"/>
            <ac:spMk id="172" creationId="{9882EC57-2FAA-CF5F-AE90-78FB085CCBCD}"/>
          </ac:spMkLst>
        </pc:spChg>
        <pc:spChg chg="add del mod">
          <ac:chgData name="SHIN HYUN KIL" userId="d5bffe1d-586f-4b28-9005-eb11788ec385" providerId="ADAL" clId="{CE2F0D24-60E9-4C7E-820B-248505F03A4B}" dt="2026-04-13T02:25:39.363" v="1775" actId="478"/>
          <ac:spMkLst>
            <pc:docMk/>
            <pc:sldMk cId="3021702881" sldId="283"/>
            <ac:spMk id="174" creationId="{62CE8067-E8B5-501B-F0AF-0A85600EBA9E}"/>
          </ac:spMkLst>
        </pc:spChg>
        <pc:spChg chg="mod">
          <ac:chgData name="SHIN HYUN KIL" userId="d5bffe1d-586f-4b28-9005-eb11788ec385" providerId="ADAL" clId="{CE2F0D24-60E9-4C7E-820B-248505F03A4B}" dt="2026-04-13T02:25:32.877" v="1772"/>
          <ac:spMkLst>
            <pc:docMk/>
            <pc:sldMk cId="3021702881" sldId="283"/>
            <ac:spMk id="176" creationId="{3C1E48CD-C3B0-FE01-4309-39E11F68A991}"/>
          </ac:spMkLst>
        </pc:spChg>
        <pc:spChg chg="mod">
          <ac:chgData name="SHIN HYUN KIL" userId="d5bffe1d-586f-4b28-9005-eb11788ec385" providerId="ADAL" clId="{CE2F0D24-60E9-4C7E-820B-248505F03A4B}" dt="2026-04-13T02:25:32.877" v="1772"/>
          <ac:spMkLst>
            <pc:docMk/>
            <pc:sldMk cId="3021702881" sldId="283"/>
            <ac:spMk id="177" creationId="{712D5934-1E3C-665D-4A11-538D91EC51AB}"/>
          </ac:spMkLst>
        </pc:spChg>
        <pc:spChg chg="mod">
          <ac:chgData name="SHIN HYUN KIL" userId="d5bffe1d-586f-4b28-9005-eb11788ec385" providerId="ADAL" clId="{CE2F0D24-60E9-4C7E-820B-248505F03A4B}" dt="2026-04-13T02:25:32.877" v="1772"/>
          <ac:spMkLst>
            <pc:docMk/>
            <pc:sldMk cId="3021702881" sldId="283"/>
            <ac:spMk id="178" creationId="{AEE8DF39-F13C-336F-DB04-A75E511A6CF0}"/>
          </ac:spMkLst>
        </pc:spChg>
        <pc:spChg chg="mod">
          <ac:chgData name="SHIN HYUN KIL" userId="d5bffe1d-586f-4b28-9005-eb11788ec385" providerId="ADAL" clId="{CE2F0D24-60E9-4C7E-820B-248505F03A4B}" dt="2026-04-13T02:25:32.877" v="1772"/>
          <ac:spMkLst>
            <pc:docMk/>
            <pc:sldMk cId="3021702881" sldId="283"/>
            <ac:spMk id="179" creationId="{461C6B95-6BF6-11BE-52C2-A5DDD1F2CFEC}"/>
          </ac:spMkLst>
        </pc:spChg>
        <pc:spChg chg="mod">
          <ac:chgData name="SHIN HYUN KIL" userId="d5bffe1d-586f-4b28-9005-eb11788ec385" providerId="ADAL" clId="{CE2F0D24-60E9-4C7E-820B-248505F03A4B}" dt="2026-04-13T02:25:32.877" v="1772"/>
          <ac:spMkLst>
            <pc:docMk/>
            <pc:sldMk cId="3021702881" sldId="283"/>
            <ac:spMk id="181" creationId="{CB824B9D-0390-6FA9-E45A-300062A46E10}"/>
          </ac:spMkLst>
        </pc:spChg>
        <pc:spChg chg="mod">
          <ac:chgData name="SHIN HYUN KIL" userId="d5bffe1d-586f-4b28-9005-eb11788ec385" providerId="ADAL" clId="{CE2F0D24-60E9-4C7E-820B-248505F03A4B}" dt="2026-04-13T02:25:32.877" v="1772"/>
          <ac:spMkLst>
            <pc:docMk/>
            <pc:sldMk cId="3021702881" sldId="283"/>
            <ac:spMk id="182" creationId="{991D1114-5FFD-5FEC-3DE3-869ACE77E24C}"/>
          </ac:spMkLst>
        </pc:spChg>
        <pc:spChg chg="mod">
          <ac:chgData name="SHIN HYUN KIL" userId="d5bffe1d-586f-4b28-9005-eb11788ec385" providerId="ADAL" clId="{CE2F0D24-60E9-4C7E-820B-248505F03A4B}" dt="2026-04-13T02:25:32.877" v="1772"/>
          <ac:spMkLst>
            <pc:docMk/>
            <pc:sldMk cId="3021702881" sldId="283"/>
            <ac:spMk id="183" creationId="{EC6C6D29-322C-77D1-AA0E-82D562F0E27D}"/>
          </ac:spMkLst>
        </pc:spChg>
        <pc:spChg chg="mod">
          <ac:chgData name="SHIN HYUN KIL" userId="d5bffe1d-586f-4b28-9005-eb11788ec385" providerId="ADAL" clId="{CE2F0D24-60E9-4C7E-820B-248505F03A4B}" dt="2026-04-13T02:25:32.877" v="1772"/>
          <ac:spMkLst>
            <pc:docMk/>
            <pc:sldMk cId="3021702881" sldId="283"/>
            <ac:spMk id="184" creationId="{F699615F-9BCE-30DD-EF82-50D20F468B0A}"/>
          </ac:spMkLst>
        </pc:spChg>
        <pc:spChg chg="mod">
          <ac:chgData name="SHIN HYUN KIL" userId="d5bffe1d-586f-4b28-9005-eb11788ec385" providerId="ADAL" clId="{CE2F0D24-60E9-4C7E-820B-248505F03A4B}" dt="2026-04-13T02:25:32.877" v="1772"/>
          <ac:spMkLst>
            <pc:docMk/>
            <pc:sldMk cId="3021702881" sldId="283"/>
            <ac:spMk id="186" creationId="{482E9FC4-6B75-C658-F54D-A687827B15AF}"/>
          </ac:spMkLst>
        </pc:spChg>
        <pc:spChg chg="mod">
          <ac:chgData name="SHIN HYUN KIL" userId="d5bffe1d-586f-4b28-9005-eb11788ec385" providerId="ADAL" clId="{CE2F0D24-60E9-4C7E-820B-248505F03A4B}" dt="2026-04-13T02:25:32.877" v="1772"/>
          <ac:spMkLst>
            <pc:docMk/>
            <pc:sldMk cId="3021702881" sldId="283"/>
            <ac:spMk id="187" creationId="{5B9518A6-702A-E41F-FF63-7AEAE954931A}"/>
          </ac:spMkLst>
        </pc:spChg>
        <pc:spChg chg="mod">
          <ac:chgData name="SHIN HYUN KIL" userId="d5bffe1d-586f-4b28-9005-eb11788ec385" providerId="ADAL" clId="{CE2F0D24-60E9-4C7E-820B-248505F03A4B}" dt="2026-04-13T02:25:32.877" v="1772"/>
          <ac:spMkLst>
            <pc:docMk/>
            <pc:sldMk cId="3021702881" sldId="283"/>
            <ac:spMk id="188" creationId="{D42D1BA3-0A21-C176-43AD-662ECC41BBB8}"/>
          </ac:spMkLst>
        </pc:spChg>
        <pc:spChg chg="mod">
          <ac:chgData name="SHIN HYUN KIL" userId="d5bffe1d-586f-4b28-9005-eb11788ec385" providerId="ADAL" clId="{CE2F0D24-60E9-4C7E-820B-248505F03A4B}" dt="2026-04-13T02:25:32.877" v="1772"/>
          <ac:spMkLst>
            <pc:docMk/>
            <pc:sldMk cId="3021702881" sldId="283"/>
            <ac:spMk id="189" creationId="{E9ACC3D1-0888-5595-5E5E-E625BDE5986B}"/>
          </ac:spMkLst>
        </pc:spChg>
        <pc:spChg chg="mod">
          <ac:chgData name="SHIN HYUN KIL" userId="d5bffe1d-586f-4b28-9005-eb11788ec385" providerId="ADAL" clId="{CE2F0D24-60E9-4C7E-820B-248505F03A4B}" dt="2026-04-13T02:25:32.877" v="1772"/>
          <ac:spMkLst>
            <pc:docMk/>
            <pc:sldMk cId="3021702881" sldId="283"/>
            <ac:spMk id="191" creationId="{7ACE9CDF-54E4-1701-B96B-1176FC16F954}"/>
          </ac:spMkLst>
        </pc:spChg>
        <pc:spChg chg="mod">
          <ac:chgData name="SHIN HYUN KIL" userId="d5bffe1d-586f-4b28-9005-eb11788ec385" providerId="ADAL" clId="{CE2F0D24-60E9-4C7E-820B-248505F03A4B}" dt="2026-04-13T02:25:32.877" v="1772"/>
          <ac:spMkLst>
            <pc:docMk/>
            <pc:sldMk cId="3021702881" sldId="283"/>
            <ac:spMk id="192" creationId="{FF9BC3F1-87AA-14CE-7997-A88675C66F7C}"/>
          </ac:spMkLst>
        </pc:spChg>
        <pc:spChg chg="mod">
          <ac:chgData name="SHIN HYUN KIL" userId="d5bffe1d-586f-4b28-9005-eb11788ec385" providerId="ADAL" clId="{CE2F0D24-60E9-4C7E-820B-248505F03A4B}" dt="2026-04-13T02:25:32.877" v="1772"/>
          <ac:spMkLst>
            <pc:docMk/>
            <pc:sldMk cId="3021702881" sldId="283"/>
            <ac:spMk id="193" creationId="{4D90915B-AEB8-4314-C8A9-381ACACF6289}"/>
          </ac:spMkLst>
        </pc:spChg>
        <pc:spChg chg="mod">
          <ac:chgData name="SHIN HYUN KIL" userId="d5bffe1d-586f-4b28-9005-eb11788ec385" providerId="ADAL" clId="{CE2F0D24-60E9-4C7E-820B-248505F03A4B}" dt="2026-04-13T02:25:32.877" v="1772"/>
          <ac:spMkLst>
            <pc:docMk/>
            <pc:sldMk cId="3021702881" sldId="283"/>
            <ac:spMk id="194" creationId="{F9B205DE-CAD9-AE65-4336-21059E81A930}"/>
          </ac:spMkLst>
        </pc:spChg>
        <pc:spChg chg="add mod">
          <ac:chgData name="SHIN HYUN KIL" userId="d5bffe1d-586f-4b28-9005-eb11788ec385" providerId="ADAL" clId="{CE2F0D24-60E9-4C7E-820B-248505F03A4B}" dt="2026-04-13T02:25:53.901" v="1792" actId="1036"/>
          <ac:spMkLst>
            <pc:docMk/>
            <pc:sldMk cId="3021702881" sldId="283"/>
            <ac:spMk id="196" creationId="{C945B9C2-8992-71F7-B24B-B5CE150E175D}"/>
          </ac:spMkLst>
        </pc:spChg>
        <pc:spChg chg="add del mod">
          <ac:chgData name="SHIN HYUN KIL" userId="d5bffe1d-586f-4b28-9005-eb11788ec385" providerId="ADAL" clId="{CE2F0D24-60E9-4C7E-820B-248505F03A4B}" dt="2026-04-13T02:25:40.901" v="1776" actId="478"/>
          <ac:spMkLst>
            <pc:docMk/>
            <pc:sldMk cId="3021702881" sldId="283"/>
            <ac:spMk id="198" creationId="{D611FF38-648E-C9CE-61FA-FD317459EA59}"/>
          </ac:spMkLst>
        </pc:spChg>
        <pc:spChg chg="add mod">
          <ac:chgData name="SHIN HYUN KIL" userId="d5bffe1d-586f-4b28-9005-eb11788ec385" providerId="ADAL" clId="{CE2F0D24-60E9-4C7E-820B-248505F03A4B}" dt="2026-04-13T02:25:53.901" v="1792" actId="1036"/>
          <ac:spMkLst>
            <pc:docMk/>
            <pc:sldMk cId="3021702881" sldId="283"/>
            <ac:spMk id="199" creationId="{07A639AA-09A3-3D66-36D8-B04DAC9A578C}"/>
          </ac:spMkLst>
        </pc:spChg>
        <pc:spChg chg="add mod">
          <ac:chgData name="SHIN HYUN KIL" userId="d5bffe1d-586f-4b28-9005-eb11788ec385" providerId="ADAL" clId="{CE2F0D24-60E9-4C7E-820B-248505F03A4B}" dt="2026-04-13T02:26:07.702" v="1856" actId="20577"/>
          <ac:spMkLst>
            <pc:docMk/>
            <pc:sldMk cId="3021702881" sldId="283"/>
            <ac:spMk id="200" creationId="{BC9DE155-2EE4-15FC-3626-1835B9406710}"/>
          </ac:spMkLst>
        </pc:spChg>
        <pc:spChg chg="add del mod">
          <ac:chgData name="SHIN HYUN KIL" userId="d5bffe1d-586f-4b28-9005-eb11788ec385" providerId="ADAL" clId="{CE2F0D24-60E9-4C7E-820B-248505F03A4B}" dt="2026-04-13T02:25:38.214" v="1774" actId="478"/>
          <ac:spMkLst>
            <pc:docMk/>
            <pc:sldMk cId="3021702881" sldId="283"/>
            <ac:spMk id="201" creationId="{1B34334E-47DD-99CF-E114-54ADC4A2B71A}"/>
          </ac:spMkLst>
        </pc:spChg>
        <pc:spChg chg="mod">
          <ac:chgData name="SHIN HYUN KIL" userId="d5bffe1d-586f-4b28-9005-eb11788ec385" providerId="ADAL" clId="{CE2F0D24-60E9-4C7E-820B-248505F03A4B}" dt="2026-04-13T02:25:45.944" v="1777"/>
          <ac:spMkLst>
            <pc:docMk/>
            <pc:sldMk cId="3021702881" sldId="283"/>
            <ac:spMk id="203" creationId="{ACDF49B7-7656-1527-3D5C-0EF121FC1456}"/>
          </ac:spMkLst>
        </pc:spChg>
        <pc:spChg chg="mod">
          <ac:chgData name="SHIN HYUN KIL" userId="d5bffe1d-586f-4b28-9005-eb11788ec385" providerId="ADAL" clId="{CE2F0D24-60E9-4C7E-820B-248505F03A4B}" dt="2026-04-13T02:25:45.944" v="1777"/>
          <ac:spMkLst>
            <pc:docMk/>
            <pc:sldMk cId="3021702881" sldId="283"/>
            <ac:spMk id="204" creationId="{145D870B-AF75-A652-E9E2-641CD3F6F5BF}"/>
          </ac:spMkLst>
        </pc:spChg>
        <pc:spChg chg="mod">
          <ac:chgData name="SHIN HYUN KIL" userId="d5bffe1d-586f-4b28-9005-eb11788ec385" providerId="ADAL" clId="{CE2F0D24-60E9-4C7E-820B-248505F03A4B}" dt="2026-04-13T02:25:45.944" v="1777"/>
          <ac:spMkLst>
            <pc:docMk/>
            <pc:sldMk cId="3021702881" sldId="283"/>
            <ac:spMk id="205" creationId="{A246D61E-9DC2-E3AF-F824-9ED0E5FC568E}"/>
          </ac:spMkLst>
        </pc:spChg>
        <pc:spChg chg="mod">
          <ac:chgData name="SHIN HYUN KIL" userId="d5bffe1d-586f-4b28-9005-eb11788ec385" providerId="ADAL" clId="{CE2F0D24-60E9-4C7E-820B-248505F03A4B}" dt="2026-04-13T02:25:45.944" v="1777"/>
          <ac:spMkLst>
            <pc:docMk/>
            <pc:sldMk cId="3021702881" sldId="283"/>
            <ac:spMk id="206" creationId="{1391C51E-F424-9883-8CE6-CF50A04DEBC6}"/>
          </ac:spMkLst>
        </pc:spChg>
        <pc:spChg chg="add del mod">
          <ac:chgData name="SHIN HYUN KIL" userId="d5bffe1d-586f-4b28-9005-eb11788ec385" providerId="ADAL" clId="{CE2F0D24-60E9-4C7E-820B-248505F03A4B}" dt="2026-04-13T02:26:12.997" v="1858" actId="478"/>
          <ac:spMkLst>
            <pc:docMk/>
            <pc:sldMk cId="3021702881" sldId="283"/>
            <ac:spMk id="207" creationId="{168DCFC7-CC9E-3E9D-050F-4CA854FDEFAA}"/>
          </ac:spMkLst>
        </pc:spChg>
        <pc:spChg chg="add del mod">
          <ac:chgData name="SHIN HYUN KIL" userId="d5bffe1d-586f-4b28-9005-eb11788ec385" providerId="ADAL" clId="{CE2F0D24-60E9-4C7E-820B-248505F03A4B}" dt="2026-04-13T02:26:21.098" v="1861" actId="478"/>
          <ac:spMkLst>
            <pc:docMk/>
            <pc:sldMk cId="3021702881" sldId="283"/>
            <ac:spMk id="209" creationId="{8472469B-B4A6-3D0A-73FE-588EDEDE23C2}"/>
          </ac:spMkLst>
        </pc:spChg>
        <pc:spChg chg="add del mod">
          <ac:chgData name="SHIN HYUN KIL" userId="d5bffe1d-586f-4b28-9005-eb11788ec385" providerId="ADAL" clId="{CE2F0D24-60E9-4C7E-820B-248505F03A4B}" dt="2026-04-13T02:26:21.098" v="1861" actId="478"/>
          <ac:spMkLst>
            <pc:docMk/>
            <pc:sldMk cId="3021702881" sldId="283"/>
            <ac:spMk id="210" creationId="{61BDC415-BB20-C8EE-7B6D-3803B944CD40}"/>
          </ac:spMkLst>
        </pc:spChg>
        <pc:spChg chg="mod">
          <ac:chgData name="SHIN HYUN KIL" userId="d5bffe1d-586f-4b28-9005-eb11788ec385" providerId="ADAL" clId="{CE2F0D24-60E9-4C7E-820B-248505F03A4B}" dt="2026-04-13T02:25:45.944" v="1777"/>
          <ac:spMkLst>
            <pc:docMk/>
            <pc:sldMk cId="3021702881" sldId="283"/>
            <ac:spMk id="212" creationId="{5BBD2E50-FDB1-3F64-2D51-4986B3290BF8}"/>
          </ac:spMkLst>
        </pc:spChg>
        <pc:spChg chg="mod">
          <ac:chgData name="SHIN HYUN KIL" userId="d5bffe1d-586f-4b28-9005-eb11788ec385" providerId="ADAL" clId="{CE2F0D24-60E9-4C7E-820B-248505F03A4B}" dt="2026-04-13T02:25:45.944" v="1777"/>
          <ac:spMkLst>
            <pc:docMk/>
            <pc:sldMk cId="3021702881" sldId="283"/>
            <ac:spMk id="213" creationId="{D3F618FA-B5EB-DC75-94D9-6A27E3211E8E}"/>
          </ac:spMkLst>
        </pc:spChg>
        <pc:spChg chg="mod">
          <ac:chgData name="SHIN HYUN KIL" userId="d5bffe1d-586f-4b28-9005-eb11788ec385" providerId="ADAL" clId="{CE2F0D24-60E9-4C7E-820B-248505F03A4B}" dt="2026-04-13T02:25:45.944" v="1777"/>
          <ac:spMkLst>
            <pc:docMk/>
            <pc:sldMk cId="3021702881" sldId="283"/>
            <ac:spMk id="214" creationId="{70FECCA7-991C-4947-D754-C53DB6636026}"/>
          </ac:spMkLst>
        </pc:spChg>
        <pc:spChg chg="mod">
          <ac:chgData name="SHIN HYUN KIL" userId="d5bffe1d-586f-4b28-9005-eb11788ec385" providerId="ADAL" clId="{CE2F0D24-60E9-4C7E-820B-248505F03A4B}" dt="2026-04-13T02:25:45.944" v="1777"/>
          <ac:spMkLst>
            <pc:docMk/>
            <pc:sldMk cId="3021702881" sldId="283"/>
            <ac:spMk id="215" creationId="{B2757E09-EA67-A9F6-77BF-7B871DA18275}"/>
          </ac:spMkLst>
        </pc:spChg>
        <pc:spChg chg="mod">
          <ac:chgData name="SHIN HYUN KIL" userId="d5bffe1d-586f-4b28-9005-eb11788ec385" providerId="ADAL" clId="{CE2F0D24-60E9-4C7E-820B-248505F03A4B}" dt="2026-04-13T02:25:45.944" v="1777"/>
          <ac:spMkLst>
            <pc:docMk/>
            <pc:sldMk cId="3021702881" sldId="283"/>
            <ac:spMk id="217" creationId="{C50570AB-C04E-A8FC-199D-67D34D6A7ED2}"/>
          </ac:spMkLst>
        </pc:spChg>
        <pc:spChg chg="mod">
          <ac:chgData name="SHIN HYUN KIL" userId="d5bffe1d-586f-4b28-9005-eb11788ec385" providerId="ADAL" clId="{CE2F0D24-60E9-4C7E-820B-248505F03A4B}" dt="2026-04-13T02:25:45.944" v="1777"/>
          <ac:spMkLst>
            <pc:docMk/>
            <pc:sldMk cId="3021702881" sldId="283"/>
            <ac:spMk id="218" creationId="{58278A8D-9E8A-5886-BCBB-F102E8F34A8D}"/>
          </ac:spMkLst>
        </pc:spChg>
        <pc:spChg chg="mod">
          <ac:chgData name="SHIN HYUN KIL" userId="d5bffe1d-586f-4b28-9005-eb11788ec385" providerId="ADAL" clId="{CE2F0D24-60E9-4C7E-820B-248505F03A4B}" dt="2026-04-13T02:25:45.944" v="1777"/>
          <ac:spMkLst>
            <pc:docMk/>
            <pc:sldMk cId="3021702881" sldId="283"/>
            <ac:spMk id="219" creationId="{48EB2BB0-AA08-AAC0-A3F6-0061ED0682E4}"/>
          </ac:spMkLst>
        </pc:spChg>
        <pc:spChg chg="mod">
          <ac:chgData name="SHIN HYUN KIL" userId="d5bffe1d-586f-4b28-9005-eb11788ec385" providerId="ADAL" clId="{CE2F0D24-60E9-4C7E-820B-248505F03A4B}" dt="2026-04-13T02:25:45.944" v="1777"/>
          <ac:spMkLst>
            <pc:docMk/>
            <pc:sldMk cId="3021702881" sldId="283"/>
            <ac:spMk id="220" creationId="{9BE7C179-DC99-109D-DF7E-3C160E69FE6F}"/>
          </ac:spMkLst>
        </pc:spChg>
        <pc:spChg chg="mod">
          <ac:chgData name="SHIN HYUN KIL" userId="d5bffe1d-586f-4b28-9005-eb11788ec385" providerId="ADAL" clId="{CE2F0D24-60E9-4C7E-820B-248505F03A4B}" dt="2026-04-13T02:25:45.944" v="1777"/>
          <ac:spMkLst>
            <pc:docMk/>
            <pc:sldMk cId="3021702881" sldId="283"/>
            <ac:spMk id="222" creationId="{B8064C36-B09E-611D-8668-B2C9B171DB90}"/>
          </ac:spMkLst>
        </pc:spChg>
        <pc:spChg chg="mod">
          <ac:chgData name="SHIN HYUN KIL" userId="d5bffe1d-586f-4b28-9005-eb11788ec385" providerId="ADAL" clId="{CE2F0D24-60E9-4C7E-820B-248505F03A4B}" dt="2026-04-13T02:25:45.944" v="1777"/>
          <ac:spMkLst>
            <pc:docMk/>
            <pc:sldMk cId="3021702881" sldId="283"/>
            <ac:spMk id="223" creationId="{8532C5D8-D007-B16A-8DB5-2E88345F7CDD}"/>
          </ac:spMkLst>
        </pc:spChg>
        <pc:spChg chg="mod">
          <ac:chgData name="SHIN HYUN KIL" userId="d5bffe1d-586f-4b28-9005-eb11788ec385" providerId="ADAL" clId="{CE2F0D24-60E9-4C7E-820B-248505F03A4B}" dt="2026-04-13T02:25:45.944" v="1777"/>
          <ac:spMkLst>
            <pc:docMk/>
            <pc:sldMk cId="3021702881" sldId="283"/>
            <ac:spMk id="224" creationId="{659998F5-BBCA-10E7-AB8E-1AAEE8758F07}"/>
          </ac:spMkLst>
        </pc:spChg>
        <pc:spChg chg="mod">
          <ac:chgData name="SHIN HYUN KIL" userId="d5bffe1d-586f-4b28-9005-eb11788ec385" providerId="ADAL" clId="{CE2F0D24-60E9-4C7E-820B-248505F03A4B}" dt="2026-04-13T02:25:45.944" v="1777"/>
          <ac:spMkLst>
            <pc:docMk/>
            <pc:sldMk cId="3021702881" sldId="283"/>
            <ac:spMk id="225" creationId="{47DCCC59-CE29-CAF1-9DCD-54BA2F3F483E}"/>
          </ac:spMkLst>
        </pc:spChg>
        <pc:spChg chg="mod">
          <ac:chgData name="SHIN HYUN KIL" userId="d5bffe1d-586f-4b28-9005-eb11788ec385" providerId="ADAL" clId="{CE2F0D24-60E9-4C7E-820B-248505F03A4B}" dt="2026-04-13T02:25:45.944" v="1777"/>
          <ac:spMkLst>
            <pc:docMk/>
            <pc:sldMk cId="3021702881" sldId="283"/>
            <ac:spMk id="227" creationId="{4439F3EE-1241-B4C6-26D2-C6B5B0F5B68D}"/>
          </ac:spMkLst>
        </pc:spChg>
        <pc:spChg chg="mod">
          <ac:chgData name="SHIN HYUN KIL" userId="d5bffe1d-586f-4b28-9005-eb11788ec385" providerId="ADAL" clId="{CE2F0D24-60E9-4C7E-820B-248505F03A4B}" dt="2026-04-13T02:25:45.944" v="1777"/>
          <ac:spMkLst>
            <pc:docMk/>
            <pc:sldMk cId="3021702881" sldId="283"/>
            <ac:spMk id="228" creationId="{90AA4BA7-4049-7B4B-CDF9-378C56F18A7D}"/>
          </ac:spMkLst>
        </pc:spChg>
        <pc:spChg chg="mod">
          <ac:chgData name="SHIN HYUN KIL" userId="d5bffe1d-586f-4b28-9005-eb11788ec385" providerId="ADAL" clId="{CE2F0D24-60E9-4C7E-820B-248505F03A4B}" dt="2026-04-13T02:25:45.944" v="1777"/>
          <ac:spMkLst>
            <pc:docMk/>
            <pc:sldMk cId="3021702881" sldId="283"/>
            <ac:spMk id="229" creationId="{03623A39-AFA4-0AA6-3D31-BE383B494B3B}"/>
          </ac:spMkLst>
        </pc:spChg>
        <pc:spChg chg="mod">
          <ac:chgData name="SHIN HYUN KIL" userId="d5bffe1d-586f-4b28-9005-eb11788ec385" providerId="ADAL" clId="{CE2F0D24-60E9-4C7E-820B-248505F03A4B}" dt="2026-04-13T02:25:45.944" v="1777"/>
          <ac:spMkLst>
            <pc:docMk/>
            <pc:sldMk cId="3021702881" sldId="283"/>
            <ac:spMk id="230" creationId="{6A3D4CBF-4B11-AB23-7061-587B814386F9}"/>
          </ac:spMkLst>
        </pc:spChg>
        <pc:spChg chg="mod">
          <ac:chgData name="SHIN HYUN KIL" userId="d5bffe1d-586f-4b28-9005-eb11788ec385" providerId="ADAL" clId="{CE2F0D24-60E9-4C7E-820B-248505F03A4B}" dt="2026-04-13T02:25:45.944" v="1777"/>
          <ac:spMkLst>
            <pc:docMk/>
            <pc:sldMk cId="3021702881" sldId="283"/>
            <ac:spMk id="232" creationId="{A2B6E944-299B-CF2C-839B-5DC5F8E07491}"/>
          </ac:spMkLst>
        </pc:spChg>
        <pc:spChg chg="mod">
          <ac:chgData name="SHIN HYUN KIL" userId="d5bffe1d-586f-4b28-9005-eb11788ec385" providerId="ADAL" clId="{CE2F0D24-60E9-4C7E-820B-248505F03A4B}" dt="2026-04-13T02:25:45.944" v="1777"/>
          <ac:spMkLst>
            <pc:docMk/>
            <pc:sldMk cId="3021702881" sldId="283"/>
            <ac:spMk id="233" creationId="{B09FF915-8AAB-50CF-5C96-2D8DBAB0C0C8}"/>
          </ac:spMkLst>
        </pc:spChg>
        <pc:spChg chg="mod">
          <ac:chgData name="SHIN HYUN KIL" userId="d5bffe1d-586f-4b28-9005-eb11788ec385" providerId="ADAL" clId="{CE2F0D24-60E9-4C7E-820B-248505F03A4B}" dt="2026-04-13T02:25:45.944" v="1777"/>
          <ac:spMkLst>
            <pc:docMk/>
            <pc:sldMk cId="3021702881" sldId="283"/>
            <ac:spMk id="234" creationId="{505F6349-3357-350D-0CD4-C512EFF31C7B}"/>
          </ac:spMkLst>
        </pc:spChg>
        <pc:spChg chg="mod">
          <ac:chgData name="SHIN HYUN KIL" userId="d5bffe1d-586f-4b28-9005-eb11788ec385" providerId="ADAL" clId="{CE2F0D24-60E9-4C7E-820B-248505F03A4B}" dt="2026-04-13T02:25:45.944" v="1777"/>
          <ac:spMkLst>
            <pc:docMk/>
            <pc:sldMk cId="3021702881" sldId="283"/>
            <ac:spMk id="235" creationId="{7AE63846-FD77-C9E6-0853-FDB76BF0C67B}"/>
          </ac:spMkLst>
        </pc:spChg>
        <pc:spChg chg="add mod">
          <ac:chgData name="SHIN HYUN KIL" userId="d5bffe1d-586f-4b28-9005-eb11788ec385" providerId="ADAL" clId="{CE2F0D24-60E9-4C7E-820B-248505F03A4B}" dt="2026-04-13T02:26:26.126" v="1898" actId="1035"/>
          <ac:spMkLst>
            <pc:docMk/>
            <pc:sldMk cId="3021702881" sldId="283"/>
            <ac:spMk id="236" creationId="{97180F5A-8018-10A3-6095-102A824ED263}"/>
          </ac:spMkLst>
        </pc:spChg>
        <pc:spChg chg="add del mod">
          <ac:chgData name="SHIN HYUN KIL" userId="d5bffe1d-586f-4b28-9005-eb11788ec385" providerId="ADAL" clId="{CE2F0D24-60E9-4C7E-820B-248505F03A4B}" dt="2026-04-13T02:26:21.098" v="1861" actId="478"/>
          <ac:spMkLst>
            <pc:docMk/>
            <pc:sldMk cId="3021702881" sldId="283"/>
            <ac:spMk id="237" creationId="{4DAD9010-7CBA-F76D-F61D-8F8E0828C5B5}"/>
          </ac:spMkLst>
        </pc:spChg>
        <pc:spChg chg="add del mod">
          <ac:chgData name="SHIN HYUN KIL" userId="d5bffe1d-586f-4b28-9005-eb11788ec385" providerId="ADAL" clId="{CE2F0D24-60E9-4C7E-820B-248505F03A4B}" dt="2026-04-13T02:26:21.098" v="1861" actId="478"/>
          <ac:spMkLst>
            <pc:docMk/>
            <pc:sldMk cId="3021702881" sldId="283"/>
            <ac:spMk id="238" creationId="{E483D8BB-9641-1866-D3FD-02CBE6CE864E}"/>
          </ac:spMkLst>
        </pc:spChg>
        <pc:spChg chg="add del mod">
          <ac:chgData name="SHIN HYUN KIL" userId="d5bffe1d-586f-4b28-9005-eb11788ec385" providerId="ADAL" clId="{CE2F0D24-60E9-4C7E-820B-248505F03A4B}" dt="2026-04-13T02:26:21.098" v="1861" actId="478"/>
          <ac:spMkLst>
            <pc:docMk/>
            <pc:sldMk cId="3021702881" sldId="283"/>
            <ac:spMk id="239" creationId="{D906CADB-94D3-B122-54F0-AD4F3CE56896}"/>
          </ac:spMkLst>
        </pc:spChg>
        <pc:spChg chg="add del mod">
          <ac:chgData name="SHIN HYUN KIL" userId="d5bffe1d-586f-4b28-9005-eb11788ec385" providerId="ADAL" clId="{CE2F0D24-60E9-4C7E-820B-248505F03A4B}" dt="2026-04-13T02:26:21.098" v="1861" actId="478"/>
          <ac:spMkLst>
            <pc:docMk/>
            <pc:sldMk cId="3021702881" sldId="283"/>
            <ac:spMk id="240" creationId="{80C417FF-A968-239C-D4C9-0AD7D0A641B8}"/>
          </ac:spMkLst>
        </pc:spChg>
        <pc:spChg chg="add del mod">
          <ac:chgData name="SHIN HYUN KIL" userId="d5bffe1d-586f-4b28-9005-eb11788ec385" providerId="ADAL" clId="{CE2F0D24-60E9-4C7E-820B-248505F03A4B}" dt="2026-04-13T02:26:13.948" v="1859" actId="478"/>
          <ac:spMkLst>
            <pc:docMk/>
            <pc:sldMk cId="3021702881" sldId="283"/>
            <ac:spMk id="244" creationId="{2361667E-4F16-3338-E451-545419F200BD}"/>
          </ac:spMkLst>
        </pc:spChg>
        <pc:spChg chg="add mod">
          <ac:chgData name="SHIN HYUN KIL" userId="d5bffe1d-586f-4b28-9005-eb11788ec385" providerId="ADAL" clId="{CE2F0D24-60E9-4C7E-820B-248505F03A4B}" dt="2026-04-13T02:26:26.126" v="1898" actId="1035"/>
          <ac:spMkLst>
            <pc:docMk/>
            <pc:sldMk cId="3021702881" sldId="283"/>
            <ac:spMk id="245" creationId="{84C0D0C3-712D-A76A-441B-F04A08DD3D12}"/>
          </ac:spMkLst>
        </pc:spChg>
        <pc:spChg chg="add del mod">
          <ac:chgData name="SHIN HYUN KIL" userId="d5bffe1d-586f-4b28-9005-eb11788ec385" providerId="ADAL" clId="{CE2F0D24-60E9-4C7E-820B-248505F03A4B}" dt="2026-04-13T02:26:10.470" v="1857" actId="478"/>
          <ac:spMkLst>
            <pc:docMk/>
            <pc:sldMk cId="3021702881" sldId="283"/>
            <ac:spMk id="246" creationId="{3AEC7B86-E29F-3708-DA8D-CBCB8638635A}"/>
          </ac:spMkLst>
        </pc:spChg>
        <pc:spChg chg="add mod">
          <ac:chgData name="SHIN HYUN KIL" userId="d5bffe1d-586f-4b28-9005-eb11788ec385" providerId="ADAL" clId="{CE2F0D24-60E9-4C7E-820B-248505F03A4B}" dt="2026-04-13T02:27:23.934" v="1997" actId="404"/>
          <ac:spMkLst>
            <pc:docMk/>
            <pc:sldMk cId="3021702881" sldId="283"/>
            <ac:spMk id="256" creationId="{1993FAF6-CB1E-E36E-1BD3-DA6DDC586363}"/>
          </ac:spMkLst>
        </pc:spChg>
        <pc:grpChg chg="add del mod">
          <ac:chgData name="SHIN HYUN KIL" userId="d5bffe1d-586f-4b28-9005-eb11788ec385" providerId="ADAL" clId="{CE2F0D24-60E9-4C7E-820B-248505F03A4B}" dt="2026-04-13T02:23:49.848" v="1733" actId="478"/>
          <ac:grpSpMkLst>
            <pc:docMk/>
            <pc:sldMk cId="3021702881" sldId="283"/>
            <ac:grpSpMk id="2" creationId="{28EEAAAA-327E-696D-7192-375071FEB8A6}"/>
          </ac:grpSpMkLst>
        </pc:grpChg>
        <pc:grpChg chg="add del mod">
          <ac:chgData name="SHIN HYUN KIL" userId="d5bffe1d-586f-4b28-9005-eb11788ec385" providerId="ADAL" clId="{CE2F0D24-60E9-4C7E-820B-248505F03A4B}" dt="2026-04-13T02:23:49.848" v="1733" actId="478"/>
          <ac:grpSpMkLst>
            <pc:docMk/>
            <pc:sldMk cId="3021702881" sldId="283"/>
            <ac:grpSpMk id="7" creationId="{F1F70342-1B2A-410E-D0CF-75B9D8574DBB}"/>
          </ac:grpSpMkLst>
        </pc:grpChg>
        <pc:grpChg chg="add del mod">
          <ac:chgData name="SHIN HYUN KIL" userId="d5bffe1d-586f-4b28-9005-eb11788ec385" providerId="ADAL" clId="{CE2F0D24-60E9-4C7E-820B-248505F03A4B}" dt="2026-04-13T02:23:49.848" v="1733" actId="478"/>
          <ac:grpSpMkLst>
            <pc:docMk/>
            <pc:sldMk cId="3021702881" sldId="283"/>
            <ac:grpSpMk id="12" creationId="{38B9C432-B0C2-AAA3-63C7-65C80717A4EB}"/>
          </ac:grpSpMkLst>
        </pc:grpChg>
        <pc:grpChg chg="add del mod">
          <ac:chgData name="SHIN HYUN KIL" userId="d5bffe1d-586f-4b28-9005-eb11788ec385" providerId="ADAL" clId="{CE2F0D24-60E9-4C7E-820B-248505F03A4B}" dt="2026-04-13T02:23:49.848" v="1733" actId="478"/>
          <ac:grpSpMkLst>
            <pc:docMk/>
            <pc:sldMk cId="3021702881" sldId="283"/>
            <ac:grpSpMk id="17" creationId="{7DB304B8-DB28-D588-4806-D0E2FAE15CFA}"/>
          </ac:grpSpMkLst>
        </pc:grpChg>
        <pc:grpChg chg="add del mod">
          <ac:chgData name="SHIN HYUN KIL" userId="d5bffe1d-586f-4b28-9005-eb11788ec385" providerId="ADAL" clId="{CE2F0D24-60E9-4C7E-820B-248505F03A4B}" dt="2026-04-13T02:24:10.112" v="1740" actId="478"/>
          <ac:grpSpMkLst>
            <pc:docMk/>
            <pc:sldMk cId="3021702881" sldId="283"/>
            <ac:grpSpMk id="30" creationId="{EBE0EB06-6EDF-7A7A-7118-FEB5D5EA49C8}"/>
          </ac:grpSpMkLst>
        </pc:grpChg>
        <pc:grpChg chg="add del mod">
          <ac:chgData name="SHIN HYUN KIL" userId="d5bffe1d-586f-4b28-9005-eb11788ec385" providerId="ADAL" clId="{CE2F0D24-60E9-4C7E-820B-248505F03A4B}" dt="2026-04-13T02:24:10.112" v="1740" actId="478"/>
          <ac:grpSpMkLst>
            <pc:docMk/>
            <pc:sldMk cId="3021702881" sldId="283"/>
            <ac:grpSpMk id="35" creationId="{E91EDF39-9241-FB99-E4F4-682CCD6436A3}"/>
          </ac:grpSpMkLst>
        </pc:grpChg>
        <pc:grpChg chg="add del mod">
          <ac:chgData name="SHIN HYUN KIL" userId="d5bffe1d-586f-4b28-9005-eb11788ec385" providerId="ADAL" clId="{CE2F0D24-60E9-4C7E-820B-248505F03A4B}" dt="2026-04-13T02:24:10.112" v="1740" actId="478"/>
          <ac:grpSpMkLst>
            <pc:docMk/>
            <pc:sldMk cId="3021702881" sldId="283"/>
            <ac:grpSpMk id="40" creationId="{17BDBE36-A356-207E-486F-DF0B35E0AF80}"/>
          </ac:grpSpMkLst>
        </pc:grpChg>
        <pc:grpChg chg="add del mod">
          <ac:chgData name="SHIN HYUN KIL" userId="d5bffe1d-586f-4b28-9005-eb11788ec385" providerId="ADAL" clId="{CE2F0D24-60E9-4C7E-820B-248505F03A4B}" dt="2026-04-13T02:24:10.112" v="1740" actId="478"/>
          <ac:grpSpMkLst>
            <pc:docMk/>
            <pc:sldMk cId="3021702881" sldId="283"/>
            <ac:grpSpMk id="45" creationId="{2846075D-26E2-B562-ECDD-79810FB983D7}"/>
          </ac:grpSpMkLst>
        </pc:grpChg>
        <pc:grpChg chg="del">
          <ac:chgData name="SHIN HYUN KIL" userId="d5bffe1d-586f-4b28-9005-eb11788ec385" providerId="ADAL" clId="{CE2F0D24-60E9-4C7E-820B-248505F03A4B}" dt="2026-04-13T02:22:45.223" v="1489" actId="478"/>
          <ac:grpSpMkLst>
            <pc:docMk/>
            <pc:sldMk cId="3021702881" sldId="283"/>
            <ac:grpSpMk id="72" creationId="{334F239B-DA81-4C73-AB9D-DA8A06F004E3}"/>
          </ac:grpSpMkLst>
        </pc:grpChg>
        <pc:grpChg chg="del">
          <ac:chgData name="SHIN HYUN KIL" userId="d5bffe1d-586f-4b28-9005-eb11788ec385" providerId="ADAL" clId="{CE2F0D24-60E9-4C7E-820B-248505F03A4B}" dt="2026-04-13T02:22:45.223" v="1489" actId="478"/>
          <ac:grpSpMkLst>
            <pc:docMk/>
            <pc:sldMk cId="3021702881" sldId="283"/>
            <ac:grpSpMk id="77" creationId="{15B8B976-79F3-E02E-DBEE-189992CF18D4}"/>
          </ac:grpSpMkLst>
        </pc:grpChg>
        <pc:grpChg chg="del">
          <ac:chgData name="SHIN HYUN KIL" userId="d5bffe1d-586f-4b28-9005-eb11788ec385" providerId="ADAL" clId="{CE2F0D24-60E9-4C7E-820B-248505F03A4B}" dt="2026-04-13T02:22:45.223" v="1489" actId="478"/>
          <ac:grpSpMkLst>
            <pc:docMk/>
            <pc:sldMk cId="3021702881" sldId="283"/>
            <ac:grpSpMk id="82" creationId="{8DA4CF73-9BFB-6D93-B4AC-ADB2F755937C}"/>
          </ac:grpSpMkLst>
        </pc:grpChg>
        <pc:grpChg chg="del">
          <ac:chgData name="SHIN HYUN KIL" userId="d5bffe1d-586f-4b28-9005-eb11788ec385" providerId="ADAL" clId="{CE2F0D24-60E9-4C7E-820B-248505F03A4B}" dt="2026-04-13T02:22:45.223" v="1489" actId="478"/>
          <ac:grpSpMkLst>
            <pc:docMk/>
            <pc:sldMk cId="3021702881" sldId="283"/>
            <ac:grpSpMk id="87" creationId="{54ED8229-0C16-70F8-C6FF-C0D1C66B3369}"/>
          </ac:grpSpMkLst>
        </pc:grpChg>
        <pc:grpChg chg="add mod">
          <ac:chgData name="SHIN HYUN KIL" userId="d5bffe1d-586f-4b28-9005-eb11788ec385" providerId="ADAL" clId="{CE2F0D24-60E9-4C7E-820B-248505F03A4B}" dt="2026-04-13T02:25:53.901" v="1792" actId="1036"/>
          <ac:grpSpMkLst>
            <pc:docMk/>
            <pc:sldMk cId="3021702881" sldId="283"/>
            <ac:grpSpMk id="99" creationId="{7BFB128E-8ADC-74DF-25E4-B5B07321C2C2}"/>
          </ac:grpSpMkLst>
        </pc:grpChg>
        <pc:grpChg chg="add mod">
          <ac:chgData name="SHIN HYUN KIL" userId="d5bffe1d-586f-4b28-9005-eb11788ec385" providerId="ADAL" clId="{CE2F0D24-60E9-4C7E-820B-248505F03A4B}" dt="2026-04-13T02:25:53.901" v="1792" actId="1036"/>
          <ac:grpSpMkLst>
            <pc:docMk/>
            <pc:sldMk cId="3021702881" sldId="283"/>
            <ac:grpSpMk id="108" creationId="{C683A2BB-CAAE-477F-87E7-C48DEF44B449}"/>
          </ac:grpSpMkLst>
        </pc:grpChg>
        <pc:grpChg chg="del">
          <ac:chgData name="SHIN HYUN KIL" userId="d5bffe1d-586f-4b28-9005-eb11788ec385" providerId="ADAL" clId="{CE2F0D24-60E9-4C7E-820B-248505F03A4B}" dt="2026-04-13T02:22:56.373" v="1492" actId="478"/>
          <ac:grpSpMkLst>
            <pc:docMk/>
            <pc:sldMk cId="3021702881" sldId="283"/>
            <ac:grpSpMk id="109" creationId="{D95A3A58-F915-0261-357F-3C318E1890EE}"/>
          </ac:grpSpMkLst>
        </pc:grpChg>
        <pc:grpChg chg="del">
          <ac:chgData name="SHIN HYUN KIL" userId="d5bffe1d-586f-4b28-9005-eb11788ec385" providerId="ADAL" clId="{CE2F0D24-60E9-4C7E-820B-248505F03A4B}" dt="2026-04-13T02:22:56.373" v="1492" actId="478"/>
          <ac:grpSpMkLst>
            <pc:docMk/>
            <pc:sldMk cId="3021702881" sldId="283"/>
            <ac:grpSpMk id="118" creationId="{94604338-B1BA-FC32-0DE5-2E0F966FA42A}"/>
          </ac:grpSpMkLst>
        </pc:grpChg>
        <pc:grpChg chg="del">
          <ac:chgData name="SHIN HYUN KIL" userId="d5bffe1d-586f-4b28-9005-eb11788ec385" providerId="ADAL" clId="{CE2F0D24-60E9-4C7E-820B-248505F03A4B}" dt="2026-04-13T02:22:56.373" v="1492" actId="478"/>
          <ac:grpSpMkLst>
            <pc:docMk/>
            <pc:sldMk cId="3021702881" sldId="283"/>
            <ac:grpSpMk id="123" creationId="{60BB7405-EDA4-C354-2E25-105841E7C77A}"/>
          </ac:grpSpMkLst>
        </pc:grpChg>
        <pc:grpChg chg="del">
          <ac:chgData name="SHIN HYUN KIL" userId="d5bffe1d-586f-4b28-9005-eb11788ec385" providerId="ADAL" clId="{CE2F0D24-60E9-4C7E-820B-248505F03A4B}" dt="2026-04-13T02:22:56.373" v="1492" actId="478"/>
          <ac:grpSpMkLst>
            <pc:docMk/>
            <pc:sldMk cId="3021702881" sldId="283"/>
            <ac:grpSpMk id="128" creationId="{5B437734-E5F5-FEF1-C247-0199B8B96DEB}"/>
          </ac:grpSpMkLst>
        </pc:grpChg>
        <pc:grpChg chg="del">
          <ac:chgData name="SHIN HYUN KIL" userId="d5bffe1d-586f-4b28-9005-eb11788ec385" providerId="ADAL" clId="{CE2F0D24-60E9-4C7E-820B-248505F03A4B}" dt="2026-04-13T02:22:56.373" v="1492" actId="478"/>
          <ac:grpSpMkLst>
            <pc:docMk/>
            <pc:sldMk cId="3021702881" sldId="283"/>
            <ac:grpSpMk id="133" creationId="{83865512-CF89-4A15-2BED-BD3A8DDB47E1}"/>
          </ac:grpSpMkLst>
        </pc:grpChg>
        <pc:grpChg chg="del">
          <ac:chgData name="SHIN HYUN KIL" userId="d5bffe1d-586f-4b28-9005-eb11788ec385" providerId="ADAL" clId="{CE2F0D24-60E9-4C7E-820B-248505F03A4B}" dt="2026-04-13T02:22:56.373" v="1492" actId="478"/>
          <ac:grpSpMkLst>
            <pc:docMk/>
            <pc:sldMk cId="3021702881" sldId="283"/>
            <ac:grpSpMk id="138" creationId="{618BF249-EE8C-5AE3-B34C-6C577AB4F29D}"/>
          </ac:grpSpMkLst>
        </pc:grpChg>
        <pc:grpChg chg="add mod">
          <ac:chgData name="SHIN HYUN KIL" userId="d5bffe1d-586f-4b28-9005-eb11788ec385" providerId="ADAL" clId="{CE2F0D24-60E9-4C7E-820B-248505F03A4B}" dt="2026-04-13T02:25:53.901" v="1792" actId="1036"/>
          <ac:grpSpMkLst>
            <pc:docMk/>
            <pc:sldMk cId="3021702881" sldId="283"/>
            <ac:grpSpMk id="158" creationId="{409F5EAC-6567-07D4-F3E8-EF51A574EE66}"/>
          </ac:grpSpMkLst>
        </pc:grpChg>
        <pc:grpChg chg="add mod">
          <ac:chgData name="SHIN HYUN KIL" userId="d5bffe1d-586f-4b28-9005-eb11788ec385" providerId="ADAL" clId="{CE2F0D24-60E9-4C7E-820B-248505F03A4B}" dt="2026-04-13T02:25:53.901" v="1792" actId="1036"/>
          <ac:grpSpMkLst>
            <pc:docMk/>
            <pc:sldMk cId="3021702881" sldId="283"/>
            <ac:grpSpMk id="163" creationId="{6E1F4875-52E4-75A4-C939-122A35BAA827}"/>
          </ac:grpSpMkLst>
        </pc:grpChg>
        <pc:grpChg chg="add mod">
          <ac:chgData name="SHIN HYUN KIL" userId="d5bffe1d-586f-4b28-9005-eb11788ec385" providerId="ADAL" clId="{CE2F0D24-60E9-4C7E-820B-248505F03A4B}" dt="2026-04-13T02:25:53.901" v="1792" actId="1036"/>
          <ac:grpSpMkLst>
            <pc:docMk/>
            <pc:sldMk cId="3021702881" sldId="283"/>
            <ac:grpSpMk id="175" creationId="{C1D79A41-273E-8543-E63C-1D37748B65AA}"/>
          </ac:grpSpMkLst>
        </pc:grpChg>
        <pc:grpChg chg="add mod">
          <ac:chgData name="SHIN HYUN KIL" userId="d5bffe1d-586f-4b28-9005-eb11788ec385" providerId="ADAL" clId="{CE2F0D24-60E9-4C7E-820B-248505F03A4B}" dt="2026-04-13T02:25:53.901" v="1792" actId="1036"/>
          <ac:grpSpMkLst>
            <pc:docMk/>
            <pc:sldMk cId="3021702881" sldId="283"/>
            <ac:grpSpMk id="180" creationId="{D8BA9BCE-A2FF-927B-5433-460CFAEF136B}"/>
          </ac:grpSpMkLst>
        </pc:grpChg>
        <pc:grpChg chg="add mod">
          <ac:chgData name="SHIN HYUN KIL" userId="d5bffe1d-586f-4b28-9005-eb11788ec385" providerId="ADAL" clId="{CE2F0D24-60E9-4C7E-820B-248505F03A4B}" dt="2026-04-13T02:25:53.901" v="1792" actId="1036"/>
          <ac:grpSpMkLst>
            <pc:docMk/>
            <pc:sldMk cId="3021702881" sldId="283"/>
            <ac:grpSpMk id="185" creationId="{D5C0C4F7-FC26-2535-E0DF-7C9403342E25}"/>
          </ac:grpSpMkLst>
        </pc:grpChg>
        <pc:grpChg chg="add mod">
          <ac:chgData name="SHIN HYUN KIL" userId="d5bffe1d-586f-4b28-9005-eb11788ec385" providerId="ADAL" clId="{CE2F0D24-60E9-4C7E-820B-248505F03A4B}" dt="2026-04-13T02:25:53.901" v="1792" actId="1036"/>
          <ac:grpSpMkLst>
            <pc:docMk/>
            <pc:sldMk cId="3021702881" sldId="283"/>
            <ac:grpSpMk id="190" creationId="{E526B96A-8FBE-19AD-674C-F545B09F48D1}"/>
          </ac:grpSpMkLst>
        </pc:grpChg>
        <pc:grpChg chg="add mod">
          <ac:chgData name="SHIN HYUN KIL" userId="d5bffe1d-586f-4b28-9005-eb11788ec385" providerId="ADAL" clId="{CE2F0D24-60E9-4C7E-820B-248505F03A4B}" dt="2026-04-13T02:26:26.126" v="1898" actId="1035"/>
          <ac:grpSpMkLst>
            <pc:docMk/>
            <pc:sldMk cId="3021702881" sldId="283"/>
            <ac:grpSpMk id="202" creationId="{0566F842-96ED-50E8-6478-3DDC9233A596}"/>
          </ac:grpSpMkLst>
        </pc:grpChg>
        <pc:grpChg chg="add mod">
          <ac:chgData name="SHIN HYUN KIL" userId="d5bffe1d-586f-4b28-9005-eb11788ec385" providerId="ADAL" clId="{CE2F0D24-60E9-4C7E-820B-248505F03A4B}" dt="2026-04-13T02:26:26.126" v="1898" actId="1035"/>
          <ac:grpSpMkLst>
            <pc:docMk/>
            <pc:sldMk cId="3021702881" sldId="283"/>
            <ac:grpSpMk id="211" creationId="{AE96C1FB-CAFD-284A-A903-78D010D38D3E}"/>
          </ac:grpSpMkLst>
        </pc:grpChg>
        <pc:grpChg chg="add mod">
          <ac:chgData name="SHIN HYUN KIL" userId="d5bffe1d-586f-4b28-9005-eb11788ec385" providerId="ADAL" clId="{CE2F0D24-60E9-4C7E-820B-248505F03A4B}" dt="2026-04-13T02:26:26.126" v="1898" actId="1035"/>
          <ac:grpSpMkLst>
            <pc:docMk/>
            <pc:sldMk cId="3021702881" sldId="283"/>
            <ac:grpSpMk id="216" creationId="{7DFAF3EF-60E7-4622-2064-3AEA54B48B94}"/>
          </ac:grpSpMkLst>
        </pc:grpChg>
        <pc:grpChg chg="add mod">
          <ac:chgData name="SHIN HYUN KIL" userId="d5bffe1d-586f-4b28-9005-eb11788ec385" providerId="ADAL" clId="{CE2F0D24-60E9-4C7E-820B-248505F03A4B}" dt="2026-04-13T02:26:26.126" v="1898" actId="1035"/>
          <ac:grpSpMkLst>
            <pc:docMk/>
            <pc:sldMk cId="3021702881" sldId="283"/>
            <ac:grpSpMk id="221" creationId="{426547A6-AA5D-BCB2-68DA-069BA210AAD3}"/>
          </ac:grpSpMkLst>
        </pc:grpChg>
        <pc:grpChg chg="add mod">
          <ac:chgData name="SHIN HYUN KIL" userId="d5bffe1d-586f-4b28-9005-eb11788ec385" providerId="ADAL" clId="{CE2F0D24-60E9-4C7E-820B-248505F03A4B}" dt="2026-04-13T02:26:26.126" v="1898" actId="1035"/>
          <ac:grpSpMkLst>
            <pc:docMk/>
            <pc:sldMk cId="3021702881" sldId="283"/>
            <ac:grpSpMk id="226" creationId="{E9F5946E-1C2F-40DC-3655-B70E8E858F75}"/>
          </ac:grpSpMkLst>
        </pc:grpChg>
        <pc:grpChg chg="add mod">
          <ac:chgData name="SHIN HYUN KIL" userId="d5bffe1d-586f-4b28-9005-eb11788ec385" providerId="ADAL" clId="{CE2F0D24-60E9-4C7E-820B-248505F03A4B}" dt="2026-04-13T02:26:26.126" v="1898" actId="1035"/>
          <ac:grpSpMkLst>
            <pc:docMk/>
            <pc:sldMk cId="3021702881" sldId="283"/>
            <ac:grpSpMk id="231" creationId="{4D20A3C8-7CEF-320B-2930-10D90DD1CA3C}"/>
          </ac:grpSpMkLst>
        </pc:grpChg>
        <pc:picChg chg="add del mod">
          <ac:chgData name="SHIN HYUN KIL" userId="d5bffe1d-586f-4b28-9005-eb11788ec385" providerId="ADAL" clId="{CE2F0D24-60E9-4C7E-820B-248505F03A4B}" dt="2026-04-13T02:23:49.848" v="1733" actId="478"/>
          <ac:picMkLst>
            <pc:docMk/>
            <pc:sldMk cId="3021702881" sldId="283"/>
            <ac:picMk id="27" creationId="{64F4A782-FD23-29FF-9738-0310DC24F7DD}"/>
          </ac:picMkLst>
        </pc:picChg>
        <pc:picChg chg="add del mod">
          <ac:chgData name="SHIN HYUN KIL" userId="d5bffe1d-586f-4b28-9005-eb11788ec385" providerId="ADAL" clId="{CE2F0D24-60E9-4C7E-820B-248505F03A4B}" dt="2026-04-13T02:25:18.150" v="1768" actId="478"/>
          <ac:picMkLst>
            <pc:docMk/>
            <pc:sldMk cId="3021702881" sldId="283"/>
            <ac:picMk id="57" creationId="{D59444BB-9A58-BA66-80F2-5E7AC91599AF}"/>
          </ac:picMkLst>
        </pc:picChg>
        <pc:picChg chg="add del mod">
          <ac:chgData name="SHIN HYUN KIL" userId="d5bffe1d-586f-4b28-9005-eb11788ec385" providerId="ADAL" clId="{CE2F0D24-60E9-4C7E-820B-248505F03A4B}" dt="2026-04-13T02:25:16.156" v="1765" actId="478"/>
          <ac:picMkLst>
            <pc:docMk/>
            <pc:sldMk cId="3021702881" sldId="283"/>
            <ac:picMk id="58" creationId="{DC80E70F-6EB0-69F8-5170-5EAA33C730FB}"/>
          </ac:picMkLst>
        </pc:picChg>
        <pc:picChg chg="add">
          <ac:chgData name="SHIN HYUN KIL" userId="d5bffe1d-586f-4b28-9005-eb11788ec385" providerId="ADAL" clId="{CE2F0D24-60E9-4C7E-820B-248505F03A4B}" dt="2026-04-13T02:24:06.139" v="1739"/>
          <ac:picMkLst>
            <pc:docMk/>
            <pc:sldMk cId="3021702881" sldId="283"/>
            <ac:picMk id="59" creationId="{EC906784-1E97-751F-A143-B40C7B1BD69F}"/>
          </ac:picMkLst>
        </pc:picChg>
        <pc:picChg chg="add del mod">
          <ac:chgData name="SHIN HYUN KIL" userId="d5bffe1d-586f-4b28-9005-eb11788ec385" providerId="ADAL" clId="{CE2F0D24-60E9-4C7E-820B-248505F03A4B}" dt="2026-04-13T02:25:15.893" v="1764" actId="478"/>
          <ac:picMkLst>
            <pc:docMk/>
            <pc:sldMk cId="3021702881" sldId="283"/>
            <ac:picMk id="60" creationId="{361F25C1-37E9-CD07-CDB9-A136DE8113F2}"/>
          </ac:picMkLst>
        </pc:picChg>
        <pc:picChg chg="del">
          <ac:chgData name="SHIN HYUN KIL" userId="d5bffe1d-586f-4b28-9005-eb11788ec385" providerId="ADAL" clId="{CE2F0D24-60E9-4C7E-820B-248505F03A4B}" dt="2026-04-13T02:22:45.223" v="1489" actId="478"/>
          <ac:picMkLst>
            <pc:docMk/>
            <pc:sldMk cId="3021702881" sldId="283"/>
            <ac:picMk id="92" creationId="{093ADA1A-D56F-E0FE-FB75-FA755981DE8A}"/>
          </ac:picMkLst>
        </pc:picChg>
        <pc:picChg chg="add mod">
          <ac:chgData name="SHIN HYUN KIL" userId="d5bffe1d-586f-4b28-9005-eb11788ec385" providerId="ADAL" clId="{CE2F0D24-60E9-4C7E-820B-248505F03A4B}" dt="2026-04-13T02:25:53.901" v="1792" actId="1036"/>
          <ac:picMkLst>
            <pc:docMk/>
            <pc:sldMk cId="3021702881" sldId="283"/>
            <ac:picMk id="173" creationId="{000F18F1-B456-1A78-9EC1-15F18FDE19EE}"/>
          </ac:picMkLst>
        </pc:picChg>
        <pc:cxnChg chg="add del mod">
          <ac:chgData name="SHIN HYUN KIL" userId="d5bffe1d-586f-4b28-9005-eb11788ec385" providerId="ADAL" clId="{CE2F0D24-60E9-4C7E-820B-248505F03A4B}" dt="2026-04-13T02:23:49.848" v="1733" actId="478"/>
          <ac:cxnSpMkLst>
            <pc:docMk/>
            <pc:sldMk cId="3021702881" sldId="283"/>
            <ac:cxnSpMk id="22" creationId="{F2192518-CFA5-5C74-0866-DF7D6EE4841F}"/>
          </ac:cxnSpMkLst>
        </pc:cxnChg>
        <pc:cxnChg chg="add del mod">
          <ac:chgData name="SHIN HYUN KIL" userId="d5bffe1d-586f-4b28-9005-eb11788ec385" providerId="ADAL" clId="{CE2F0D24-60E9-4C7E-820B-248505F03A4B}" dt="2026-04-13T02:23:49.848" v="1733" actId="478"/>
          <ac:cxnSpMkLst>
            <pc:docMk/>
            <pc:sldMk cId="3021702881" sldId="283"/>
            <ac:cxnSpMk id="24" creationId="{A79D4F6B-D233-9BC1-9A44-57287A5385FF}"/>
          </ac:cxnSpMkLst>
        </pc:cxnChg>
        <pc:cxnChg chg="add del mod">
          <ac:chgData name="SHIN HYUN KIL" userId="d5bffe1d-586f-4b28-9005-eb11788ec385" providerId="ADAL" clId="{CE2F0D24-60E9-4C7E-820B-248505F03A4B}" dt="2026-04-13T02:24:10.112" v="1740" actId="478"/>
          <ac:cxnSpMkLst>
            <pc:docMk/>
            <pc:sldMk cId="3021702881" sldId="283"/>
            <ac:cxnSpMk id="50" creationId="{4CC1CAA9-2112-BCB8-F0B4-7BDA14EB8015}"/>
          </ac:cxnSpMkLst>
        </pc:cxnChg>
        <pc:cxnChg chg="add del mod">
          <ac:chgData name="SHIN HYUN KIL" userId="d5bffe1d-586f-4b28-9005-eb11788ec385" providerId="ADAL" clId="{CE2F0D24-60E9-4C7E-820B-248505F03A4B}" dt="2026-04-13T02:24:10.112" v="1740" actId="478"/>
          <ac:cxnSpMkLst>
            <pc:docMk/>
            <pc:sldMk cId="3021702881" sldId="283"/>
            <ac:cxnSpMk id="52" creationId="{89AEBE67-2012-A1AA-3764-AE5F57B976D3}"/>
          </ac:cxnSpMkLst>
        </pc:cxnChg>
        <pc:cxnChg chg="add del mod">
          <ac:chgData name="SHIN HYUN KIL" userId="d5bffe1d-586f-4b28-9005-eb11788ec385" providerId="ADAL" clId="{CE2F0D24-60E9-4C7E-820B-248505F03A4B}" dt="2026-04-13T02:24:55.989" v="1759" actId="478"/>
          <ac:cxnSpMkLst>
            <pc:docMk/>
            <pc:sldMk cId="3021702881" sldId="283"/>
            <ac:cxnSpMk id="61" creationId="{10030A41-495B-A948-034A-920150949423}"/>
          </ac:cxnSpMkLst>
        </pc:cxnChg>
        <pc:cxnChg chg="add del mod">
          <ac:chgData name="SHIN HYUN KIL" userId="d5bffe1d-586f-4b28-9005-eb11788ec385" providerId="ADAL" clId="{CE2F0D24-60E9-4C7E-820B-248505F03A4B}" dt="2026-04-13T02:24:56.791" v="1760" actId="478"/>
          <ac:cxnSpMkLst>
            <pc:docMk/>
            <pc:sldMk cId="3021702881" sldId="283"/>
            <ac:cxnSpMk id="67" creationId="{85947178-3D24-7DCB-075E-94006EA411A5}"/>
          </ac:cxnSpMkLst>
        </pc:cxnChg>
        <pc:cxnChg chg="del mod">
          <ac:chgData name="SHIN HYUN KIL" userId="d5bffe1d-586f-4b28-9005-eb11788ec385" providerId="ADAL" clId="{CE2F0D24-60E9-4C7E-820B-248505F03A4B}" dt="2026-04-13T02:22:45.223" v="1489" actId="478"/>
          <ac:cxnSpMkLst>
            <pc:docMk/>
            <pc:sldMk cId="3021702881" sldId="283"/>
            <ac:cxnSpMk id="93" creationId="{E86C9D71-AFDC-B93A-A063-72A566CC9EFD}"/>
          </ac:cxnSpMkLst>
        </pc:cxnChg>
        <pc:cxnChg chg="add del mod">
          <ac:chgData name="SHIN HYUN KIL" userId="d5bffe1d-586f-4b28-9005-eb11788ec385" providerId="ADAL" clId="{CE2F0D24-60E9-4C7E-820B-248505F03A4B}" dt="2026-04-13T02:25:13.869" v="1763" actId="478"/>
          <ac:cxnSpMkLst>
            <pc:docMk/>
            <pc:sldMk cId="3021702881" sldId="283"/>
            <ac:cxnSpMk id="95" creationId="{A1AB030B-B607-4942-9EB7-417A54767381}"/>
          </ac:cxnSpMkLst>
        </pc:cxnChg>
        <pc:cxnChg chg="del mod">
          <ac:chgData name="SHIN HYUN KIL" userId="d5bffe1d-586f-4b28-9005-eb11788ec385" providerId="ADAL" clId="{CE2F0D24-60E9-4C7E-820B-248505F03A4B}" dt="2026-04-13T02:22:45.223" v="1489" actId="478"/>
          <ac:cxnSpMkLst>
            <pc:docMk/>
            <pc:sldMk cId="3021702881" sldId="283"/>
            <ac:cxnSpMk id="98" creationId="{05B03785-C1BF-83E1-1BE4-4E7E15E94C6A}"/>
          </ac:cxnSpMkLst>
        </pc:cxnChg>
        <pc:cxnChg chg="del mod">
          <ac:chgData name="SHIN HYUN KIL" userId="d5bffe1d-586f-4b28-9005-eb11788ec385" providerId="ADAL" clId="{CE2F0D24-60E9-4C7E-820B-248505F03A4B}" dt="2026-04-13T02:22:58.231" v="1493" actId="478"/>
          <ac:cxnSpMkLst>
            <pc:docMk/>
            <pc:sldMk cId="3021702881" sldId="283"/>
            <ac:cxnSpMk id="107" creationId="{C35DE943-AD15-E3C8-6F4A-71AE91A2D879}"/>
          </ac:cxnSpMkLst>
        </pc:cxnChg>
        <pc:cxnChg chg="del mod">
          <ac:chgData name="SHIN HYUN KIL" userId="d5bffe1d-586f-4b28-9005-eb11788ec385" providerId="ADAL" clId="{CE2F0D24-60E9-4C7E-820B-248505F03A4B}" dt="2026-04-13T02:22:56.373" v="1492" actId="478"/>
          <ac:cxnSpMkLst>
            <pc:docMk/>
            <pc:sldMk cId="3021702881" sldId="283"/>
            <ac:cxnSpMk id="115" creationId="{B3B283BE-9C2E-5F5D-B695-71F3054B6366}"/>
          </ac:cxnSpMkLst>
        </pc:cxnChg>
        <pc:cxnChg chg="del mod">
          <ac:chgData name="SHIN HYUN KIL" userId="d5bffe1d-586f-4b28-9005-eb11788ec385" providerId="ADAL" clId="{CE2F0D24-60E9-4C7E-820B-248505F03A4B}" dt="2026-04-13T02:22:56.373" v="1492" actId="478"/>
          <ac:cxnSpMkLst>
            <pc:docMk/>
            <pc:sldMk cId="3021702881" sldId="283"/>
            <ac:cxnSpMk id="148" creationId="{DD7BD9DE-0E1F-ABCE-8A8E-6247CD9A8722}"/>
          </ac:cxnSpMkLst>
        </pc:cxnChg>
        <pc:cxnChg chg="del mod">
          <ac:chgData name="SHIN HYUN KIL" userId="d5bffe1d-586f-4b28-9005-eb11788ec385" providerId="ADAL" clId="{CE2F0D24-60E9-4C7E-820B-248505F03A4B}" dt="2026-04-13T02:22:56.373" v="1492" actId="478"/>
          <ac:cxnSpMkLst>
            <pc:docMk/>
            <pc:sldMk cId="3021702881" sldId="283"/>
            <ac:cxnSpMk id="149" creationId="{E1B84BCE-DBCB-123C-FD61-032700FA1C0D}"/>
          </ac:cxnSpMkLst>
        </pc:cxnChg>
        <pc:cxnChg chg="del mod">
          <ac:chgData name="SHIN HYUN KIL" userId="d5bffe1d-586f-4b28-9005-eb11788ec385" providerId="ADAL" clId="{CE2F0D24-60E9-4C7E-820B-248505F03A4B}" dt="2026-04-13T02:22:56.373" v="1492" actId="478"/>
          <ac:cxnSpMkLst>
            <pc:docMk/>
            <pc:sldMk cId="3021702881" sldId="283"/>
            <ac:cxnSpMk id="150" creationId="{F2892374-7FD2-7A0B-9C28-8034D1427891}"/>
          </ac:cxnSpMkLst>
        </pc:cxnChg>
        <pc:cxnChg chg="add mod">
          <ac:chgData name="SHIN HYUN KIL" userId="d5bffe1d-586f-4b28-9005-eb11788ec385" providerId="ADAL" clId="{CE2F0D24-60E9-4C7E-820B-248505F03A4B}" dt="2026-04-13T02:25:53.901" v="1792" actId="1036"/>
          <ac:cxnSpMkLst>
            <pc:docMk/>
            <pc:sldMk cId="3021702881" sldId="283"/>
            <ac:cxnSpMk id="168" creationId="{65308C6A-05A9-F44B-BE44-193F1AD14741}"/>
          </ac:cxnSpMkLst>
        </pc:cxnChg>
        <pc:cxnChg chg="add mod">
          <ac:chgData name="SHIN HYUN KIL" userId="d5bffe1d-586f-4b28-9005-eb11788ec385" providerId="ADAL" clId="{CE2F0D24-60E9-4C7E-820B-248505F03A4B}" dt="2026-04-13T02:25:53.901" v="1792" actId="1036"/>
          <ac:cxnSpMkLst>
            <pc:docMk/>
            <pc:sldMk cId="3021702881" sldId="283"/>
            <ac:cxnSpMk id="170" creationId="{A0E4161B-1E5E-6327-2156-395C2FD367C3}"/>
          </ac:cxnSpMkLst>
        </pc:cxnChg>
        <pc:cxnChg chg="add mod">
          <ac:chgData name="SHIN HYUN KIL" userId="d5bffe1d-586f-4b28-9005-eb11788ec385" providerId="ADAL" clId="{CE2F0D24-60E9-4C7E-820B-248505F03A4B}" dt="2026-04-13T02:25:53.901" v="1792" actId="1036"/>
          <ac:cxnSpMkLst>
            <pc:docMk/>
            <pc:sldMk cId="3021702881" sldId="283"/>
            <ac:cxnSpMk id="195" creationId="{5F443669-7BED-4415-E5D1-E2DBF419BAA7}"/>
          </ac:cxnSpMkLst>
        </pc:cxnChg>
        <pc:cxnChg chg="add mod">
          <ac:chgData name="SHIN HYUN KIL" userId="d5bffe1d-586f-4b28-9005-eb11788ec385" providerId="ADAL" clId="{CE2F0D24-60E9-4C7E-820B-248505F03A4B}" dt="2026-04-13T02:25:53.901" v="1792" actId="1036"/>
          <ac:cxnSpMkLst>
            <pc:docMk/>
            <pc:sldMk cId="3021702881" sldId="283"/>
            <ac:cxnSpMk id="197" creationId="{4C39D770-C622-0C06-6A23-F60DBD39B1A5}"/>
          </ac:cxnSpMkLst>
        </pc:cxnChg>
        <pc:cxnChg chg="add del mod">
          <ac:chgData name="SHIN HYUN KIL" userId="d5bffe1d-586f-4b28-9005-eb11788ec385" providerId="ADAL" clId="{CE2F0D24-60E9-4C7E-820B-248505F03A4B}" dt="2026-04-13T02:26:18.373" v="1860" actId="478"/>
          <ac:cxnSpMkLst>
            <pc:docMk/>
            <pc:sldMk cId="3021702881" sldId="283"/>
            <ac:cxnSpMk id="208" creationId="{0FA2D94C-7399-CEBE-895E-50A5744DB5FA}"/>
          </ac:cxnSpMkLst>
        </pc:cxnChg>
        <pc:cxnChg chg="add mod">
          <ac:chgData name="SHIN HYUN KIL" userId="d5bffe1d-586f-4b28-9005-eb11788ec385" providerId="ADAL" clId="{CE2F0D24-60E9-4C7E-820B-248505F03A4B}" dt="2026-04-13T02:26:26.126" v="1898" actId="1035"/>
          <ac:cxnSpMkLst>
            <pc:docMk/>
            <pc:sldMk cId="3021702881" sldId="283"/>
            <ac:cxnSpMk id="241" creationId="{2D84B8A7-1DB0-CA75-8A84-8B51A64F8468}"/>
          </ac:cxnSpMkLst>
        </pc:cxnChg>
        <pc:cxnChg chg="add mod">
          <ac:chgData name="SHIN HYUN KIL" userId="d5bffe1d-586f-4b28-9005-eb11788ec385" providerId="ADAL" clId="{CE2F0D24-60E9-4C7E-820B-248505F03A4B}" dt="2026-04-13T02:26:26.126" v="1898" actId="1035"/>
          <ac:cxnSpMkLst>
            <pc:docMk/>
            <pc:sldMk cId="3021702881" sldId="283"/>
            <ac:cxnSpMk id="242" creationId="{2644392F-51DD-F53F-9090-EE467A7CA6D4}"/>
          </ac:cxnSpMkLst>
        </pc:cxnChg>
        <pc:cxnChg chg="add mod">
          <ac:chgData name="SHIN HYUN KIL" userId="d5bffe1d-586f-4b28-9005-eb11788ec385" providerId="ADAL" clId="{CE2F0D24-60E9-4C7E-820B-248505F03A4B}" dt="2026-04-13T02:26:26.126" v="1898" actId="1035"/>
          <ac:cxnSpMkLst>
            <pc:docMk/>
            <pc:sldMk cId="3021702881" sldId="283"/>
            <ac:cxnSpMk id="243" creationId="{37FF9CAB-D57F-1557-A0FD-AE6CAA4F51F3}"/>
          </ac:cxnSpMkLst>
        </pc:cxnChg>
        <pc:cxnChg chg="add mod">
          <ac:chgData name="SHIN HYUN KIL" userId="d5bffe1d-586f-4b28-9005-eb11788ec385" providerId="ADAL" clId="{CE2F0D24-60E9-4C7E-820B-248505F03A4B}" dt="2026-04-13T02:26:40.404" v="1902" actId="208"/>
          <ac:cxnSpMkLst>
            <pc:docMk/>
            <pc:sldMk cId="3021702881" sldId="283"/>
            <ac:cxnSpMk id="248" creationId="{AD501E2E-FDE1-ECB9-CA93-4C820E2FDDC2}"/>
          </ac:cxnSpMkLst>
        </pc:cxnChg>
        <pc:cxnChg chg="add mod">
          <ac:chgData name="SHIN HYUN KIL" userId="d5bffe1d-586f-4b28-9005-eb11788ec385" providerId="ADAL" clId="{CE2F0D24-60E9-4C7E-820B-248505F03A4B}" dt="2026-04-13T02:26:51.091" v="1907" actId="14100"/>
          <ac:cxnSpMkLst>
            <pc:docMk/>
            <pc:sldMk cId="3021702881" sldId="283"/>
            <ac:cxnSpMk id="251" creationId="{66F63468-6A27-FF56-5147-DA2ADC120F9F}"/>
          </ac:cxnSpMkLst>
        </pc:cxnChg>
      </pc:sldChg>
      <pc:sldChg chg="addSp delSp modSp new mod">
        <pc:chgData name="SHIN HYUN KIL" userId="d5bffe1d-586f-4b28-9005-eb11788ec385" providerId="ADAL" clId="{CE2F0D24-60E9-4C7E-820B-248505F03A4B}" dt="2026-04-13T02:32:08.554" v="2411" actId="1076"/>
        <pc:sldMkLst>
          <pc:docMk/>
          <pc:sldMk cId="2811769233" sldId="284"/>
        </pc:sldMkLst>
        <pc:spChg chg="mod">
          <ac:chgData name="SHIN HYUN KIL" userId="d5bffe1d-586f-4b28-9005-eb11788ec385" providerId="ADAL" clId="{CE2F0D24-60E9-4C7E-820B-248505F03A4B}" dt="2026-04-13T02:30:37.135" v="2288" actId="20577"/>
          <ac:spMkLst>
            <pc:docMk/>
            <pc:sldMk cId="2811769233" sldId="284"/>
            <ac:spMk id="2" creationId="{43A3A927-196F-40FF-38C4-B7EE6E5DDB75}"/>
          </ac:spMkLst>
        </pc:spChg>
        <pc:spChg chg="del">
          <ac:chgData name="SHIN HYUN KIL" userId="d5bffe1d-586f-4b28-9005-eb11788ec385" providerId="ADAL" clId="{CE2F0D24-60E9-4C7E-820B-248505F03A4B}" dt="2026-04-13T02:28:08.695" v="1999" actId="478"/>
          <ac:spMkLst>
            <pc:docMk/>
            <pc:sldMk cId="2811769233" sldId="284"/>
            <ac:spMk id="3" creationId="{9CA27CC3-2F32-C99B-9195-C6A1E5CAD445}"/>
          </ac:spMkLst>
        </pc:spChg>
        <pc:spChg chg="mod">
          <ac:chgData name="SHIN HYUN KIL" userId="d5bffe1d-586f-4b28-9005-eb11788ec385" providerId="ADAL" clId="{CE2F0D24-60E9-4C7E-820B-248505F03A4B}" dt="2026-04-13T02:28:08.901" v="2000"/>
          <ac:spMkLst>
            <pc:docMk/>
            <pc:sldMk cId="2811769233" sldId="284"/>
            <ac:spMk id="5" creationId="{57C0C733-9151-3B43-98D4-FBD09DEEF1D0}"/>
          </ac:spMkLst>
        </pc:spChg>
        <pc:spChg chg="mod">
          <ac:chgData name="SHIN HYUN KIL" userId="d5bffe1d-586f-4b28-9005-eb11788ec385" providerId="ADAL" clId="{CE2F0D24-60E9-4C7E-820B-248505F03A4B}" dt="2026-04-13T02:28:08.901" v="2000"/>
          <ac:spMkLst>
            <pc:docMk/>
            <pc:sldMk cId="2811769233" sldId="284"/>
            <ac:spMk id="6" creationId="{884C62CD-E373-E577-2124-10978BA22C20}"/>
          </ac:spMkLst>
        </pc:spChg>
        <pc:spChg chg="mod">
          <ac:chgData name="SHIN HYUN KIL" userId="d5bffe1d-586f-4b28-9005-eb11788ec385" providerId="ADAL" clId="{CE2F0D24-60E9-4C7E-820B-248505F03A4B}" dt="2026-04-13T02:28:08.901" v="2000"/>
          <ac:spMkLst>
            <pc:docMk/>
            <pc:sldMk cId="2811769233" sldId="284"/>
            <ac:spMk id="7" creationId="{F2504857-F12A-0357-E011-625415893200}"/>
          </ac:spMkLst>
        </pc:spChg>
        <pc:spChg chg="mod">
          <ac:chgData name="SHIN HYUN KIL" userId="d5bffe1d-586f-4b28-9005-eb11788ec385" providerId="ADAL" clId="{CE2F0D24-60E9-4C7E-820B-248505F03A4B}" dt="2026-04-13T02:28:08.901" v="2000"/>
          <ac:spMkLst>
            <pc:docMk/>
            <pc:sldMk cId="2811769233" sldId="284"/>
            <ac:spMk id="8" creationId="{8D2F110D-CEB1-B4DF-3880-996A393AC002}"/>
          </ac:spMkLst>
        </pc:spChg>
        <pc:spChg chg="add mod">
          <ac:chgData name="SHIN HYUN KIL" userId="d5bffe1d-586f-4b28-9005-eb11788ec385" providerId="ADAL" clId="{CE2F0D24-60E9-4C7E-820B-248505F03A4B}" dt="2026-04-13T02:32:04.775" v="2410" actId="1035"/>
          <ac:spMkLst>
            <pc:docMk/>
            <pc:sldMk cId="2811769233" sldId="284"/>
            <ac:spMk id="9" creationId="{5655D105-5E49-8681-82B5-D19749A498D0}"/>
          </ac:spMkLst>
        </pc:spChg>
        <pc:spChg chg="mod">
          <ac:chgData name="SHIN HYUN KIL" userId="d5bffe1d-586f-4b28-9005-eb11788ec385" providerId="ADAL" clId="{CE2F0D24-60E9-4C7E-820B-248505F03A4B}" dt="2026-04-13T02:28:08.901" v="2000"/>
          <ac:spMkLst>
            <pc:docMk/>
            <pc:sldMk cId="2811769233" sldId="284"/>
            <ac:spMk id="12" creationId="{6EFD9412-7765-B08E-C61B-F844818E2A89}"/>
          </ac:spMkLst>
        </pc:spChg>
        <pc:spChg chg="mod">
          <ac:chgData name="SHIN HYUN KIL" userId="d5bffe1d-586f-4b28-9005-eb11788ec385" providerId="ADAL" clId="{CE2F0D24-60E9-4C7E-820B-248505F03A4B}" dt="2026-04-13T02:28:08.901" v="2000"/>
          <ac:spMkLst>
            <pc:docMk/>
            <pc:sldMk cId="2811769233" sldId="284"/>
            <ac:spMk id="13" creationId="{DF83744A-AE17-6A34-0D78-74ADB87F0FE5}"/>
          </ac:spMkLst>
        </pc:spChg>
        <pc:spChg chg="mod">
          <ac:chgData name="SHIN HYUN KIL" userId="d5bffe1d-586f-4b28-9005-eb11788ec385" providerId="ADAL" clId="{CE2F0D24-60E9-4C7E-820B-248505F03A4B}" dt="2026-04-13T02:28:08.901" v="2000"/>
          <ac:spMkLst>
            <pc:docMk/>
            <pc:sldMk cId="2811769233" sldId="284"/>
            <ac:spMk id="14" creationId="{630ADB49-0F46-8860-EFF5-7B8FD4E296F4}"/>
          </ac:spMkLst>
        </pc:spChg>
        <pc:spChg chg="mod">
          <ac:chgData name="SHIN HYUN KIL" userId="d5bffe1d-586f-4b28-9005-eb11788ec385" providerId="ADAL" clId="{CE2F0D24-60E9-4C7E-820B-248505F03A4B}" dt="2026-04-13T02:28:08.901" v="2000"/>
          <ac:spMkLst>
            <pc:docMk/>
            <pc:sldMk cId="2811769233" sldId="284"/>
            <ac:spMk id="15" creationId="{87597225-AA0D-BCEB-42F5-07751C52AEB7}"/>
          </ac:spMkLst>
        </pc:spChg>
        <pc:spChg chg="mod">
          <ac:chgData name="SHIN HYUN KIL" userId="d5bffe1d-586f-4b28-9005-eb11788ec385" providerId="ADAL" clId="{CE2F0D24-60E9-4C7E-820B-248505F03A4B}" dt="2026-04-13T02:28:08.901" v="2000"/>
          <ac:spMkLst>
            <pc:docMk/>
            <pc:sldMk cId="2811769233" sldId="284"/>
            <ac:spMk id="17" creationId="{67FDF8A8-C5F5-D10D-4A10-AECAC833A49A}"/>
          </ac:spMkLst>
        </pc:spChg>
        <pc:spChg chg="mod">
          <ac:chgData name="SHIN HYUN KIL" userId="d5bffe1d-586f-4b28-9005-eb11788ec385" providerId="ADAL" clId="{CE2F0D24-60E9-4C7E-820B-248505F03A4B}" dt="2026-04-13T02:28:08.901" v="2000"/>
          <ac:spMkLst>
            <pc:docMk/>
            <pc:sldMk cId="2811769233" sldId="284"/>
            <ac:spMk id="18" creationId="{9A9A55B0-FD68-24C9-EB91-0C8ED0E0A50C}"/>
          </ac:spMkLst>
        </pc:spChg>
        <pc:spChg chg="mod">
          <ac:chgData name="SHIN HYUN KIL" userId="d5bffe1d-586f-4b28-9005-eb11788ec385" providerId="ADAL" clId="{CE2F0D24-60E9-4C7E-820B-248505F03A4B}" dt="2026-04-13T02:28:08.901" v="2000"/>
          <ac:spMkLst>
            <pc:docMk/>
            <pc:sldMk cId="2811769233" sldId="284"/>
            <ac:spMk id="19" creationId="{60C238B4-43CD-F0AB-6757-69898734DC96}"/>
          </ac:spMkLst>
        </pc:spChg>
        <pc:spChg chg="mod">
          <ac:chgData name="SHIN HYUN KIL" userId="d5bffe1d-586f-4b28-9005-eb11788ec385" providerId="ADAL" clId="{CE2F0D24-60E9-4C7E-820B-248505F03A4B}" dt="2026-04-13T02:28:08.901" v="2000"/>
          <ac:spMkLst>
            <pc:docMk/>
            <pc:sldMk cId="2811769233" sldId="284"/>
            <ac:spMk id="20" creationId="{E6E6ED37-CF11-F63B-E0F4-766C676C942F}"/>
          </ac:spMkLst>
        </pc:spChg>
        <pc:spChg chg="mod">
          <ac:chgData name="SHIN HYUN KIL" userId="d5bffe1d-586f-4b28-9005-eb11788ec385" providerId="ADAL" clId="{CE2F0D24-60E9-4C7E-820B-248505F03A4B}" dt="2026-04-13T02:28:08.901" v="2000"/>
          <ac:spMkLst>
            <pc:docMk/>
            <pc:sldMk cId="2811769233" sldId="284"/>
            <ac:spMk id="22" creationId="{46C44CBA-D6D8-8404-6F66-21CE22BF9FA0}"/>
          </ac:spMkLst>
        </pc:spChg>
        <pc:spChg chg="mod">
          <ac:chgData name="SHIN HYUN KIL" userId="d5bffe1d-586f-4b28-9005-eb11788ec385" providerId="ADAL" clId="{CE2F0D24-60E9-4C7E-820B-248505F03A4B}" dt="2026-04-13T02:28:08.901" v="2000"/>
          <ac:spMkLst>
            <pc:docMk/>
            <pc:sldMk cId="2811769233" sldId="284"/>
            <ac:spMk id="23" creationId="{D3D41075-5EF7-93CF-34FD-5BD375957494}"/>
          </ac:spMkLst>
        </pc:spChg>
        <pc:spChg chg="mod">
          <ac:chgData name="SHIN HYUN KIL" userId="d5bffe1d-586f-4b28-9005-eb11788ec385" providerId="ADAL" clId="{CE2F0D24-60E9-4C7E-820B-248505F03A4B}" dt="2026-04-13T02:28:08.901" v="2000"/>
          <ac:spMkLst>
            <pc:docMk/>
            <pc:sldMk cId="2811769233" sldId="284"/>
            <ac:spMk id="24" creationId="{3BE19BD1-A2BA-D603-6572-BA6BD4C96E8F}"/>
          </ac:spMkLst>
        </pc:spChg>
        <pc:spChg chg="mod">
          <ac:chgData name="SHIN HYUN KIL" userId="d5bffe1d-586f-4b28-9005-eb11788ec385" providerId="ADAL" clId="{CE2F0D24-60E9-4C7E-820B-248505F03A4B}" dt="2026-04-13T02:28:08.901" v="2000"/>
          <ac:spMkLst>
            <pc:docMk/>
            <pc:sldMk cId="2811769233" sldId="284"/>
            <ac:spMk id="25" creationId="{ACE4106F-0B82-E02B-CE75-22D8477E634E}"/>
          </ac:spMkLst>
        </pc:spChg>
        <pc:spChg chg="mod">
          <ac:chgData name="SHIN HYUN KIL" userId="d5bffe1d-586f-4b28-9005-eb11788ec385" providerId="ADAL" clId="{CE2F0D24-60E9-4C7E-820B-248505F03A4B}" dt="2026-04-13T02:28:08.901" v="2000"/>
          <ac:spMkLst>
            <pc:docMk/>
            <pc:sldMk cId="2811769233" sldId="284"/>
            <ac:spMk id="27" creationId="{05FCE6F0-A65F-293D-3CAA-B7DDCAE514CF}"/>
          </ac:spMkLst>
        </pc:spChg>
        <pc:spChg chg="mod">
          <ac:chgData name="SHIN HYUN KIL" userId="d5bffe1d-586f-4b28-9005-eb11788ec385" providerId="ADAL" clId="{CE2F0D24-60E9-4C7E-820B-248505F03A4B}" dt="2026-04-13T02:28:08.901" v="2000"/>
          <ac:spMkLst>
            <pc:docMk/>
            <pc:sldMk cId="2811769233" sldId="284"/>
            <ac:spMk id="28" creationId="{44B31AC0-BBE3-2804-0715-E40260672DF7}"/>
          </ac:spMkLst>
        </pc:spChg>
        <pc:spChg chg="mod">
          <ac:chgData name="SHIN HYUN KIL" userId="d5bffe1d-586f-4b28-9005-eb11788ec385" providerId="ADAL" clId="{CE2F0D24-60E9-4C7E-820B-248505F03A4B}" dt="2026-04-13T02:28:08.901" v="2000"/>
          <ac:spMkLst>
            <pc:docMk/>
            <pc:sldMk cId="2811769233" sldId="284"/>
            <ac:spMk id="29" creationId="{DA64BFFC-6224-7CC3-A7E6-EF9DB639FD68}"/>
          </ac:spMkLst>
        </pc:spChg>
        <pc:spChg chg="mod">
          <ac:chgData name="SHIN HYUN KIL" userId="d5bffe1d-586f-4b28-9005-eb11788ec385" providerId="ADAL" clId="{CE2F0D24-60E9-4C7E-820B-248505F03A4B}" dt="2026-04-13T02:28:08.901" v="2000"/>
          <ac:spMkLst>
            <pc:docMk/>
            <pc:sldMk cId="2811769233" sldId="284"/>
            <ac:spMk id="30" creationId="{27E34224-3E27-4020-649D-5A945B389638}"/>
          </ac:spMkLst>
        </pc:spChg>
        <pc:spChg chg="mod">
          <ac:chgData name="SHIN HYUN KIL" userId="d5bffe1d-586f-4b28-9005-eb11788ec385" providerId="ADAL" clId="{CE2F0D24-60E9-4C7E-820B-248505F03A4B}" dt="2026-04-13T02:28:08.901" v="2000"/>
          <ac:spMkLst>
            <pc:docMk/>
            <pc:sldMk cId="2811769233" sldId="284"/>
            <ac:spMk id="32" creationId="{4411F209-1889-6138-44DE-D6BC3B2FEA85}"/>
          </ac:spMkLst>
        </pc:spChg>
        <pc:spChg chg="mod">
          <ac:chgData name="SHIN HYUN KIL" userId="d5bffe1d-586f-4b28-9005-eb11788ec385" providerId="ADAL" clId="{CE2F0D24-60E9-4C7E-820B-248505F03A4B}" dt="2026-04-13T02:28:08.901" v="2000"/>
          <ac:spMkLst>
            <pc:docMk/>
            <pc:sldMk cId="2811769233" sldId="284"/>
            <ac:spMk id="33" creationId="{BFF2740E-17DA-708D-7353-B387B1209F52}"/>
          </ac:spMkLst>
        </pc:spChg>
        <pc:spChg chg="mod">
          <ac:chgData name="SHIN HYUN KIL" userId="d5bffe1d-586f-4b28-9005-eb11788ec385" providerId="ADAL" clId="{CE2F0D24-60E9-4C7E-820B-248505F03A4B}" dt="2026-04-13T02:28:08.901" v="2000"/>
          <ac:spMkLst>
            <pc:docMk/>
            <pc:sldMk cId="2811769233" sldId="284"/>
            <ac:spMk id="34" creationId="{5E9B0915-BFFA-609A-CFA4-EBF2767F0FFB}"/>
          </ac:spMkLst>
        </pc:spChg>
        <pc:spChg chg="mod">
          <ac:chgData name="SHIN HYUN KIL" userId="d5bffe1d-586f-4b28-9005-eb11788ec385" providerId="ADAL" clId="{CE2F0D24-60E9-4C7E-820B-248505F03A4B}" dt="2026-04-13T02:28:08.901" v="2000"/>
          <ac:spMkLst>
            <pc:docMk/>
            <pc:sldMk cId="2811769233" sldId="284"/>
            <ac:spMk id="35" creationId="{39D30A7C-A0BE-207E-BDC6-27C502BB1737}"/>
          </ac:spMkLst>
        </pc:spChg>
        <pc:spChg chg="add del mod">
          <ac:chgData name="SHIN HYUN KIL" userId="d5bffe1d-586f-4b28-9005-eb11788ec385" providerId="ADAL" clId="{CE2F0D24-60E9-4C7E-820B-248505F03A4B}" dt="2026-04-13T02:28:11.864" v="2001" actId="478"/>
          <ac:spMkLst>
            <pc:docMk/>
            <pc:sldMk cId="2811769233" sldId="284"/>
            <ac:spMk id="36" creationId="{5C1A79C0-3AC1-A07C-45D0-C1687A610764}"/>
          </ac:spMkLst>
        </pc:spChg>
        <pc:spChg chg="add mod">
          <ac:chgData name="SHIN HYUN KIL" userId="d5bffe1d-586f-4b28-9005-eb11788ec385" providerId="ADAL" clId="{CE2F0D24-60E9-4C7E-820B-248505F03A4B}" dt="2026-04-13T02:32:08.554" v="2411" actId="1076"/>
          <ac:spMkLst>
            <pc:docMk/>
            <pc:sldMk cId="2811769233" sldId="284"/>
            <ac:spMk id="40" creationId="{9CA6E46C-5A5A-D8D4-13BA-805C12DEBEA2}"/>
          </ac:spMkLst>
        </pc:spChg>
        <pc:spChg chg="add mod">
          <ac:chgData name="SHIN HYUN KIL" userId="d5bffe1d-586f-4b28-9005-eb11788ec385" providerId="ADAL" clId="{CE2F0D24-60E9-4C7E-820B-248505F03A4B}" dt="2026-04-13T02:32:04.775" v="2410" actId="1035"/>
          <ac:spMkLst>
            <pc:docMk/>
            <pc:sldMk cId="2811769233" sldId="284"/>
            <ac:spMk id="41" creationId="{729B5B0F-78E1-21B6-2B2B-3B25419CC3D3}"/>
          </ac:spMkLst>
        </pc:spChg>
        <pc:spChg chg="mod">
          <ac:chgData name="SHIN HYUN KIL" userId="d5bffe1d-586f-4b28-9005-eb11788ec385" providerId="ADAL" clId="{CE2F0D24-60E9-4C7E-820B-248505F03A4B}" dt="2026-04-13T02:28:13.210" v="2002"/>
          <ac:spMkLst>
            <pc:docMk/>
            <pc:sldMk cId="2811769233" sldId="284"/>
            <ac:spMk id="43" creationId="{BFE17826-72D9-A494-90DA-15CF739758A8}"/>
          </ac:spMkLst>
        </pc:spChg>
        <pc:spChg chg="mod">
          <ac:chgData name="SHIN HYUN KIL" userId="d5bffe1d-586f-4b28-9005-eb11788ec385" providerId="ADAL" clId="{CE2F0D24-60E9-4C7E-820B-248505F03A4B}" dt="2026-04-13T02:29:53.045" v="2218" actId="208"/>
          <ac:spMkLst>
            <pc:docMk/>
            <pc:sldMk cId="2811769233" sldId="284"/>
            <ac:spMk id="44" creationId="{E3015851-411A-7BAD-3D9C-4AC970914ABC}"/>
          </ac:spMkLst>
        </pc:spChg>
        <pc:spChg chg="mod">
          <ac:chgData name="SHIN HYUN KIL" userId="d5bffe1d-586f-4b28-9005-eb11788ec385" providerId="ADAL" clId="{CE2F0D24-60E9-4C7E-820B-248505F03A4B}" dt="2026-04-13T02:29:56.899" v="2219" actId="208"/>
          <ac:spMkLst>
            <pc:docMk/>
            <pc:sldMk cId="2811769233" sldId="284"/>
            <ac:spMk id="45" creationId="{DBB3F5E3-C43B-18FB-ED39-D61F41B084F4}"/>
          </ac:spMkLst>
        </pc:spChg>
        <pc:spChg chg="mod">
          <ac:chgData name="SHIN HYUN KIL" userId="d5bffe1d-586f-4b28-9005-eb11788ec385" providerId="ADAL" clId="{CE2F0D24-60E9-4C7E-820B-248505F03A4B}" dt="2026-04-13T02:30:01.204" v="2220" actId="208"/>
          <ac:spMkLst>
            <pc:docMk/>
            <pc:sldMk cId="2811769233" sldId="284"/>
            <ac:spMk id="46" creationId="{F4714EF9-DAD2-2117-A771-6FE34B13B85D}"/>
          </ac:spMkLst>
        </pc:spChg>
        <pc:spChg chg="add mod">
          <ac:chgData name="SHIN HYUN KIL" userId="d5bffe1d-586f-4b28-9005-eb11788ec385" providerId="ADAL" clId="{CE2F0D24-60E9-4C7E-820B-248505F03A4B}" dt="2026-04-13T02:32:04.775" v="2410" actId="1035"/>
          <ac:spMkLst>
            <pc:docMk/>
            <pc:sldMk cId="2811769233" sldId="284"/>
            <ac:spMk id="47" creationId="{B14B512D-8351-58F5-DF50-0D233F5BCAB6}"/>
          </ac:spMkLst>
        </pc:spChg>
        <pc:spChg chg="add mod">
          <ac:chgData name="SHIN HYUN KIL" userId="d5bffe1d-586f-4b28-9005-eb11788ec385" providerId="ADAL" clId="{CE2F0D24-60E9-4C7E-820B-248505F03A4B}" dt="2026-04-13T02:32:04.775" v="2410" actId="1035"/>
          <ac:spMkLst>
            <pc:docMk/>
            <pc:sldMk cId="2811769233" sldId="284"/>
            <ac:spMk id="48" creationId="{F337AA84-2FB3-DC04-0A20-C571E8BD9E99}"/>
          </ac:spMkLst>
        </pc:spChg>
        <pc:grpChg chg="add mod">
          <ac:chgData name="SHIN HYUN KIL" userId="d5bffe1d-586f-4b28-9005-eb11788ec385" providerId="ADAL" clId="{CE2F0D24-60E9-4C7E-820B-248505F03A4B}" dt="2026-04-13T02:32:04.775" v="2410" actId="1035"/>
          <ac:grpSpMkLst>
            <pc:docMk/>
            <pc:sldMk cId="2811769233" sldId="284"/>
            <ac:grpSpMk id="4" creationId="{74795682-94A2-7260-AEC3-B6963B73A6B1}"/>
          </ac:grpSpMkLst>
        </pc:grpChg>
        <pc:grpChg chg="add mod">
          <ac:chgData name="SHIN HYUN KIL" userId="d5bffe1d-586f-4b28-9005-eb11788ec385" providerId="ADAL" clId="{CE2F0D24-60E9-4C7E-820B-248505F03A4B}" dt="2026-04-13T02:32:04.775" v="2410" actId="1035"/>
          <ac:grpSpMkLst>
            <pc:docMk/>
            <pc:sldMk cId="2811769233" sldId="284"/>
            <ac:grpSpMk id="11" creationId="{DFEA0596-9AC5-8F23-3124-DC211939714F}"/>
          </ac:grpSpMkLst>
        </pc:grpChg>
        <pc:grpChg chg="add mod">
          <ac:chgData name="SHIN HYUN KIL" userId="d5bffe1d-586f-4b28-9005-eb11788ec385" providerId="ADAL" clId="{CE2F0D24-60E9-4C7E-820B-248505F03A4B}" dt="2026-04-13T02:32:04.775" v="2410" actId="1035"/>
          <ac:grpSpMkLst>
            <pc:docMk/>
            <pc:sldMk cId="2811769233" sldId="284"/>
            <ac:grpSpMk id="16" creationId="{31DCEE54-1ADC-743C-3A6F-2B210856329A}"/>
          </ac:grpSpMkLst>
        </pc:grpChg>
        <pc:grpChg chg="add mod">
          <ac:chgData name="SHIN HYUN KIL" userId="d5bffe1d-586f-4b28-9005-eb11788ec385" providerId="ADAL" clId="{CE2F0D24-60E9-4C7E-820B-248505F03A4B}" dt="2026-04-13T02:32:04.775" v="2410" actId="1035"/>
          <ac:grpSpMkLst>
            <pc:docMk/>
            <pc:sldMk cId="2811769233" sldId="284"/>
            <ac:grpSpMk id="21" creationId="{42FAD334-02AD-5B34-93B8-CE6227B2DAF1}"/>
          </ac:grpSpMkLst>
        </pc:grpChg>
        <pc:grpChg chg="add mod">
          <ac:chgData name="SHIN HYUN KIL" userId="d5bffe1d-586f-4b28-9005-eb11788ec385" providerId="ADAL" clId="{CE2F0D24-60E9-4C7E-820B-248505F03A4B}" dt="2026-04-13T02:32:04.775" v="2410" actId="1035"/>
          <ac:grpSpMkLst>
            <pc:docMk/>
            <pc:sldMk cId="2811769233" sldId="284"/>
            <ac:grpSpMk id="26" creationId="{D4DEA0D7-9E13-6851-F6DB-B78C95B3C063}"/>
          </ac:grpSpMkLst>
        </pc:grpChg>
        <pc:grpChg chg="add mod">
          <ac:chgData name="SHIN HYUN KIL" userId="d5bffe1d-586f-4b28-9005-eb11788ec385" providerId="ADAL" clId="{CE2F0D24-60E9-4C7E-820B-248505F03A4B}" dt="2026-04-13T02:32:04.775" v="2410" actId="1035"/>
          <ac:grpSpMkLst>
            <pc:docMk/>
            <pc:sldMk cId="2811769233" sldId="284"/>
            <ac:grpSpMk id="31" creationId="{992BE33B-55D5-624C-07AA-D8FCCE879BDE}"/>
          </ac:grpSpMkLst>
        </pc:grpChg>
        <pc:grpChg chg="add mod">
          <ac:chgData name="SHIN HYUN KIL" userId="d5bffe1d-586f-4b28-9005-eb11788ec385" providerId="ADAL" clId="{CE2F0D24-60E9-4C7E-820B-248505F03A4B}" dt="2026-04-13T02:32:04.775" v="2410" actId="1035"/>
          <ac:grpSpMkLst>
            <pc:docMk/>
            <pc:sldMk cId="2811769233" sldId="284"/>
            <ac:grpSpMk id="42" creationId="{87AC414A-7141-4CBF-86B4-954F01495EB5}"/>
          </ac:grpSpMkLst>
        </pc:grpChg>
        <pc:picChg chg="add del">
          <ac:chgData name="SHIN HYUN KIL" userId="d5bffe1d-586f-4b28-9005-eb11788ec385" providerId="ADAL" clId="{CE2F0D24-60E9-4C7E-820B-248505F03A4B}" dt="2026-04-13T02:31:37.188" v="2373" actId="21"/>
          <ac:picMkLst>
            <pc:docMk/>
            <pc:sldMk cId="2811769233" sldId="284"/>
            <ac:picMk id="49" creationId="{420B145F-1F3A-CEAD-AFC0-9542BCE5797D}"/>
          </ac:picMkLst>
        </pc:picChg>
        <pc:picChg chg="add del mod">
          <ac:chgData name="SHIN HYUN KIL" userId="d5bffe1d-586f-4b28-9005-eb11788ec385" providerId="ADAL" clId="{CE2F0D24-60E9-4C7E-820B-248505F03A4B}" dt="2026-04-13T02:31:45.211" v="2379" actId="21"/>
          <ac:picMkLst>
            <pc:docMk/>
            <pc:sldMk cId="2811769233" sldId="284"/>
            <ac:picMk id="50" creationId="{420B145F-1F3A-CEAD-AFC0-9542BCE5797D}"/>
          </ac:picMkLst>
        </pc:picChg>
        <pc:cxnChg chg="add mod">
          <ac:chgData name="SHIN HYUN KIL" userId="d5bffe1d-586f-4b28-9005-eb11788ec385" providerId="ADAL" clId="{CE2F0D24-60E9-4C7E-820B-248505F03A4B}" dt="2026-04-13T02:32:04.775" v="2410" actId="1035"/>
          <ac:cxnSpMkLst>
            <pc:docMk/>
            <pc:sldMk cId="2811769233" sldId="284"/>
            <ac:cxnSpMk id="10" creationId="{45760D3E-9149-1DF1-3567-12ACE112E3EA}"/>
          </ac:cxnSpMkLst>
        </pc:cxnChg>
        <pc:cxnChg chg="add mod">
          <ac:chgData name="SHIN HYUN KIL" userId="d5bffe1d-586f-4b28-9005-eb11788ec385" providerId="ADAL" clId="{CE2F0D24-60E9-4C7E-820B-248505F03A4B}" dt="2026-04-13T02:32:04.775" v="2410" actId="1035"/>
          <ac:cxnSpMkLst>
            <pc:docMk/>
            <pc:sldMk cId="2811769233" sldId="284"/>
            <ac:cxnSpMk id="37" creationId="{44D5BD42-6CFC-EB3A-1B34-8E30C8CEB817}"/>
          </ac:cxnSpMkLst>
        </pc:cxnChg>
        <pc:cxnChg chg="add mod">
          <ac:chgData name="SHIN HYUN KIL" userId="d5bffe1d-586f-4b28-9005-eb11788ec385" providerId="ADAL" clId="{CE2F0D24-60E9-4C7E-820B-248505F03A4B}" dt="2026-04-13T02:32:04.775" v="2410" actId="1035"/>
          <ac:cxnSpMkLst>
            <pc:docMk/>
            <pc:sldMk cId="2811769233" sldId="284"/>
            <ac:cxnSpMk id="38" creationId="{DDBEB054-C752-DC9F-146D-E621863D6E86}"/>
          </ac:cxnSpMkLst>
        </pc:cxnChg>
        <pc:cxnChg chg="add mod">
          <ac:chgData name="SHIN HYUN KIL" userId="d5bffe1d-586f-4b28-9005-eb11788ec385" providerId="ADAL" clId="{CE2F0D24-60E9-4C7E-820B-248505F03A4B}" dt="2026-04-13T02:32:04.775" v="2410" actId="1035"/>
          <ac:cxnSpMkLst>
            <pc:docMk/>
            <pc:sldMk cId="2811769233" sldId="284"/>
            <ac:cxnSpMk id="39" creationId="{33AB67B5-B2B1-AA13-D713-7BC8A1B8FAA9}"/>
          </ac:cxnSpMkLst>
        </pc:cxnChg>
      </pc:sldChg>
      <pc:sldChg chg="addSp delSp modSp new mod">
        <pc:chgData name="SHIN HYUN KIL" userId="d5bffe1d-586f-4b28-9005-eb11788ec385" providerId="ADAL" clId="{CE2F0D24-60E9-4C7E-820B-248505F03A4B}" dt="2026-04-13T02:35:14.242" v="2610" actId="14100"/>
        <pc:sldMkLst>
          <pc:docMk/>
          <pc:sldMk cId="3061284519" sldId="285"/>
        </pc:sldMkLst>
        <pc:spChg chg="del">
          <ac:chgData name="SHIN HYUN KIL" userId="d5bffe1d-586f-4b28-9005-eb11788ec385" providerId="ADAL" clId="{CE2F0D24-60E9-4C7E-820B-248505F03A4B}" dt="2026-04-13T02:31:48.335" v="2381" actId="478"/>
          <ac:spMkLst>
            <pc:docMk/>
            <pc:sldMk cId="3061284519" sldId="285"/>
            <ac:spMk id="2" creationId="{47203F5E-B8AA-431B-7AF9-B3049158585E}"/>
          </ac:spMkLst>
        </pc:spChg>
        <pc:spChg chg="del">
          <ac:chgData name="SHIN HYUN KIL" userId="d5bffe1d-586f-4b28-9005-eb11788ec385" providerId="ADAL" clId="{CE2F0D24-60E9-4C7E-820B-248505F03A4B}" dt="2026-04-13T02:31:48.335" v="2381" actId="478"/>
          <ac:spMkLst>
            <pc:docMk/>
            <pc:sldMk cId="3061284519" sldId="285"/>
            <ac:spMk id="3" creationId="{2319B498-751E-AF58-E915-41DE7FE75529}"/>
          </ac:spMkLst>
        </pc:spChg>
        <pc:spChg chg="mod">
          <ac:chgData name="SHIN HYUN KIL" userId="d5bffe1d-586f-4b28-9005-eb11788ec385" providerId="ADAL" clId="{CE2F0D24-60E9-4C7E-820B-248505F03A4B}" dt="2026-04-13T02:31:54.531" v="2383"/>
          <ac:spMkLst>
            <pc:docMk/>
            <pc:sldMk cId="3061284519" sldId="285"/>
            <ac:spMk id="5" creationId="{9F303D5C-224E-4248-08BF-DA1FB389D665}"/>
          </ac:spMkLst>
        </pc:spChg>
        <pc:spChg chg="mod">
          <ac:chgData name="SHIN HYUN KIL" userId="d5bffe1d-586f-4b28-9005-eb11788ec385" providerId="ADAL" clId="{CE2F0D24-60E9-4C7E-820B-248505F03A4B}" dt="2026-04-13T02:31:54.531" v="2383"/>
          <ac:spMkLst>
            <pc:docMk/>
            <pc:sldMk cId="3061284519" sldId="285"/>
            <ac:spMk id="6" creationId="{4D8B1AF2-55C6-439A-C48C-E5DE5B8D72F6}"/>
          </ac:spMkLst>
        </pc:spChg>
        <pc:spChg chg="mod">
          <ac:chgData name="SHIN HYUN KIL" userId="d5bffe1d-586f-4b28-9005-eb11788ec385" providerId="ADAL" clId="{CE2F0D24-60E9-4C7E-820B-248505F03A4B}" dt="2026-04-13T02:31:54.531" v="2383"/>
          <ac:spMkLst>
            <pc:docMk/>
            <pc:sldMk cId="3061284519" sldId="285"/>
            <ac:spMk id="7" creationId="{29F4F0B5-D3D7-9DE0-C22F-8B300ABE5B67}"/>
          </ac:spMkLst>
        </pc:spChg>
        <pc:spChg chg="mod">
          <ac:chgData name="SHIN HYUN KIL" userId="d5bffe1d-586f-4b28-9005-eb11788ec385" providerId="ADAL" clId="{CE2F0D24-60E9-4C7E-820B-248505F03A4B}" dt="2026-04-13T02:31:54.531" v="2383"/>
          <ac:spMkLst>
            <pc:docMk/>
            <pc:sldMk cId="3061284519" sldId="285"/>
            <ac:spMk id="8" creationId="{B1559724-F27A-C3BE-A6DE-FFF8313E692F}"/>
          </ac:spMkLst>
        </pc:spChg>
        <pc:spChg chg="add mod">
          <ac:chgData name="SHIN HYUN KIL" userId="d5bffe1d-586f-4b28-9005-eb11788ec385" providerId="ADAL" clId="{CE2F0D24-60E9-4C7E-820B-248505F03A4B}" dt="2026-04-13T02:34:21.013" v="2564" actId="20577"/>
          <ac:spMkLst>
            <pc:docMk/>
            <pc:sldMk cId="3061284519" sldId="285"/>
            <ac:spMk id="9" creationId="{DB08883A-D7BE-955B-264E-C9AB7818F398}"/>
          </ac:spMkLst>
        </pc:spChg>
        <pc:spChg chg="add mod">
          <ac:chgData name="SHIN HYUN KIL" userId="d5bffe1d-586f-4b28-9005-eb11788ec385" providerId="ADAL" clId="{CE2F0D24-60E9-4C7E-820B-248505F03A4B}" dt="2026-04-13T02:32:54.944" v="2496" actId="404"/>
          <ac:spMkLst>
            <pc:docMk/>
            <pc:sldMk cId="3061284519" sldId="285"/>
            <ac:spMk id="10" creationId="{9BF8624E-3DBA-E245-F7C9-156EE0C231E1}"/>
          </ac:spMkLst>
        </pc:spChg>
        <pc:spChg chg="add mod">
          <ac:chgData name="SHIN HYUN KIL" userId="d5bffe1d-586f-4b28-9005-eb11788ec385" providerId="ADAL" clId="{CE2F0D24-60E9-4C7E-820B-248505F03A4B}" dt="2026-04-13T02:32:54.944" v="2496" actId="404"/>
          <ac:spMkLst>
            <pc:docMk/>
            <pc:sldMk cId="3061284519" sldId="285"/>
            <ac:spMk id="11" creationId="{EF0F65D1-2C65-AA82-0762-4289FE6B2CF8}"/>
          </ac:spMkLst>
        </pc:spChg>
        <pc:spChg chg="mod">
          <ac:chgData name="SHIN HYUN KIL" userId="d5bffe1d-586f-4b28-9005-eb11788ec385" providerId="ADAL" clId="{CE2F0D24-60E9-4C7E-820B-248505F03A4B}" dt="2026-04-13T02:33:29.694" v="2536"/>
          <ac:spMkLst>
            <pc:docMk/>
            <pc:sldMk cId="3061284519" sldId="285"/>
            <ac:spMk id="18" creationId="{4DE27C64-F297-3C62-5327-3C0EFAC59B82}"/>
          </ac:spMkLst>
        </pc:spChg>
        <pc:spChg chg="mod">
          <ac:chgData name="SHIN HYUN KIL" userId="d5bffe1d-586f-4b28-9005-eb11788ec385" providerId="ADAL" clId="{CE2F0D24-60E9-4C7E-820B-248505F03A4B}" dt="2026-04-13T02:33:29.694" v="2536"/>
          <ac:spMkLst>
            <pc:docMk/>
            <pc:sldMk cId="3061284519" sldId="285"/>
            <ac:spMk id="19" creationId="{49D3CA57-89CB-78DD-5DE3-ED24CF212BC3}"/>
          </ac:spMkLst>
        </pc:spChg>
        <pc:spChg chg="mod">
          <ac:chgData name="SHIN HYUN KIL" userId="d5bffe1d-586f-4b28-9005-eb11788ec385" providerId="ADAL" clId="{CE2F0D24-60E9-4C7E-820B-248505F03A4B}" dt="2026-04-13T02:33:29.694" v="2536"/>
          <ac:spMkLst>
            <pc:docMk/>
            <pc:sldMk cId="3061284519" sldId="285"/>
            <ac:spMk id="20" creationId="{22F722BF-10F8-E3F3-E17B-374CA9BD41D3}"/>
          </ac:spMkLst>
        </pc:spChg>
        <pc:spChg chg="mod">
          <ac:chgData name="SHIN HYUN KIL" userId="d5bffe1d-586f-4b28-9005-eb11788ec385" providerId="ADAL" clId="{CE2F0D24-60E9-4C7E-820B-248505F03A4B}" dt="2026-04-13T02:33:29.694" v="2536"/>
          <ac:spMkLst>
            <pc:docMk/>
            <pc:sldMk cId="3061284519" sldId="285"/>
            <ac:spMk id="21" creationId="{E59EEF57-37CA-3742-B495-678C604EA49E}"/>
          </ac:spMkLst>
        </pc:spChg>
        <pc:spChg chg="add mod">
          <ac:chgData name="SHIN HYUN KIL" userId="d5bffe1d-586f-4b28-9005-eb11788ec385" providerId="ADAL" clId="{CE2F0D24-60E9-4C7E-820B-248505F03A4B}" dt="2026-04-13T02:35:14.242" v="2610" actId="14100"/>
          <ac:spMkLst>
            <pc:docMk/>
            <pc:sldMk cId="3061284519" sldId="285"/>
            <ac:spMk id="22" creationId="{962FB2BD-55DD-450F-0808-D96CE15C6505}"/>
          </ac:spMkLst>
        </pc:spChg>
        <pc:grpChg chg="add del mod">
          <ac:chgData name="SHIN HYUN KIL" userId="d5bffe1d-586f-4b28-9005-eb11788ec385" providerId="ADAL" clId="{CE2F0D24-60E9-4C7E-820B-248505F03A4B}" dt="2026-04-13T02:31:59.943" v="2385" actId="478"/>
          <ac:grpSpMkLst>
            <pc:docMk/>
            <pc:sldMk cId="3061284519" sldId="285"/>
            <ac:grpSpMk id="4" creationId="{F6323EFE-A2B3-4D06-5E69-0D91AFB15688}"/>
          </ac:grpSpMkLst>
        </pc:grpChg>
        <pc:grpChg chg="add mod">
          <ac:chgData name="SHIN HYUN KIL" userId="d5bffe1d-586f-4b28-9005-eb11788ec385" providerId="ADAL" clId="{CE2F0D24-60E9-4C7E-820B-248505F03A4B}" dt="2026-04-13T02:33:32.164" v="2537" actId="1076"/>
          <ac:grpSpMkLst>
            <pc:docMk/>
            <pc:sldMk cId="3061284519" sldId="285"/>
            <ac:grpSpMk id="17" creationId="{E8DE65E8-09BD-9755-D290-212E83900848}"/>
          </ac:grpSpMkLst>
        </pc:grpChg>
        <pc:picChg chg="add mod">
          <ac:chgData name="SHIN HYUN KIL" userId="d5bffe1d-586f-4b28-9005-eb11788ec385" providerId="ADAL" clId="{CE2F0D24-60E9-4C7E-820B-248505F03A4B}" dt="2026-04-13T02:31:48.486" v="2382"/>
          <ac:picMkLst>
            <pc:docMk/>
            <pc:sldMk cId="3061284519" sldId="285"/>
            <ac:picMk id="50" creationId="{420B145F-1F3A-CEAD-AFC0-9542BCE5797D}"/>
          </ac:picMkLst>
        </pc:picChg>
        <pc:cxnChg chg="add mod">
          <ac:chgData name="SHIN HYUN KIL" userId="d5bffe1d-586f-4b28-9005-eb11788ec385" providerId="ADAL" clId="{CE2F0D24-60E9-4C7E-820B-248505F03A4B}" dt="2026-04-13T02:33:22.716" v="2535" actId="208"/>
          <ac:cxnSpMkLst>
            <pc:docMk/>
            <pc:sldMk cId="3061284519" sldId="285"/>
            <ac:cxnSpMk id="13" creationId="{73D47102-903F-4D50-06F8-7E12FB16D2FA}"/>
          </ac:cxnSpMkLst>
        </pc:cxnChg>
        <pc:cxnChg chg="add mod">
          <ac:chgData name="SHIN HYUN KIL" userId="d5bffe1d-586f-4b28-9005-eb11788ec385" providerId="ADAL" clId="{CE2F0D24-60E9-4C7E-820B-248505F03A4B}" dt="2026-04-13T02:34:19.959" v="2561" actId="20577"/>
          <ac:cxnSpMkLst>
            <pc:docMk/>
            <pc:sldMk cId="3061284519" sldId="285"/>
            <ac:cxnSpMk id="14" creationId="{58B48E59-23EA-32B3-E338-CDF2EE03C2E3}"/>
          </ac:cxnSpMkLst>
        </pc:cxnChg>
      </pc:sldChg>
      <pc:sldChg chg="addSp delSp modSp new mod">
        <pc:chgData name="SHIN HYUN KIL" userId="d5bffe1d-586f-4b28-9005-eb11788ec385" providerId="ADAL" clId="{CE2F0D24-60E9-4C7E-820B-248505F03A4B}" dt="2026-04-13T02:44:09.298" v="3114" actId="167"/>
        <pc:sldMkLst>
          <pc:docMk/>
          <pc:sldMk cId="1503930021" sldId="286"/>
        </pc:sldMkLst>
        <pc:spChg chg="del">
          <ac:chgData name="SHIN HYUN KIL" userId="d5bffe1d-586f-4b28-9005-eb11788ec385" providerId="ADAL" clId="{CE2F0D24-60E9-4C7E-820B-248505F03A4B}" dt="2026-04-13T02:37:49.205" v="2612" actId="478"/>
          <ac:spMkLst>
            <pc:docMk/>
            <pc:sldMk cId="1503930021" sldId="286"/>
            <ac:spMk id="2" creationId="{3F715CF9-E1B9-FEB0-0635-2A29A1F0974C}"/>
          </ac:spMkLst>
        </pc:spChg>
        <pc:spChg chg="del">
          <ac:chgData name="SHIN HYUN KIL" userId="d5bffe1d-586f-4b28-9005-eb11788ec385" providerId="ADAL" clId="{CE2F0D24-60E9-4C7E-820B-248505F03A4B}" dt="2026-04-13T02:37:49.205" v="2612" actId="478"/>
          <ac:spMkLst>
            <pc:docMk/>
            <pc:sldMk cId="1503930021" sldId="286"/>
            <ac:spMk id="3" creationId="{45B30D14-3278-6FA3-A50A-42297CAB2EE0}"/>
          </ac:spMkLst>
        </pc:spChg>
        <pc:spChg chg="add mod">
          <ac:chgData name="SHIN HYUN KIL" userId="d5bffe1d-586f-4b28-9005-eb11788ec385" providerId="ADAL" clId="{CE2F0D24-60E9-4C7E-820B-248505F03A4B}" dt="2026-04-13T02:40:45.251" v="2775" actId="1035"/>
          <ac:spMkLst>
            <pc:docMk/>
            <pc:sldMk cId="1503930021" sldId="286"/>
            <ac:spMk id="4" creationId="{2975FABC-2834-BCF5-746D-5FCCD07D9D37}"/>
          </ac:spMkLst>
        </pc:spChg>
        <pc:spChg chg="add mod">
          <ac:chgData name="SHIN HYUN KIL" userId="d5bffe1d-586f-4b28-9005-eb11788ec385" providerId="ADAL" clId="{CE2F0D24-60E9-4C7E-820B-248505F03A4B}" dt="2026-04-13T02:40:45.251" v="2775" actId="1035"/>
          <ac:spMkLst>
            <pc:docMk/>
            <pc:sldMk cId="1503930021" sldId="286"/>
            <ac:spMk id="5" creationId="{611BB82B-1E0F-F6C9-AA7D-DA2F748E3415}"/>
          </ac:spMkLst>
        </pc:spChg>
        <pc:spChg chg="add mod">
          <ac:chgData name="SHIN HYUN KIL" userId="d5bffe1d-586f-4b28-9005-eb11788ec385" providerId="ADAL" clId="{CE2F0D24-60E9-4C7E-820B-248505F03A4B}" dt="2026-04-13T02:40:45.251" v="2775" actId="1035"/>
          <ac:spMkLst>
            <pc:docMk/>
            <pc:sldMk cId="1503930021" sldId="286"/>
            <ac:spMk id="6" creationId="{70E713A0-6AEC-2D10-8F10-0F27F6A44985}"/>
          </ac:spMkLst>
        </pc:spChg>
        <pc:spChg chg="add mod">
          <ac:chgData name="SHIN HYUN KIL" userId="d5bffe1d-586f-4b28-9005-eb11788ec385" providerId="ADAL" clId="{CE2F0D24-60E9-4C7E-820B-248505F03A4B}" dt="2026-04-13T02:40:12.124" v="2712" actId="1035"/>
          <ac:spMkLst>
            <pc:docMk/>
            <pc:sldMk cId="1503930021" sldId="286"/>
            <ac:spMk id="7" creationId="{6A3735BC-CAB7-C382-455C-10FDDF5116BA}"/>
          </ac:spMkLst>
        </pc:spChg>
        <pc:spChg chg="add mod">
          <ac:chgData name="SHIN HYUN KIL" userId="d5bffe1d-586f-4b28-9005-eb11788ec385" providerId="ADAL" clId="{CE2F0D24-60E9-4C7E-820B-248505F03A4B}" dt="2026-04-13T02:40:12.124" v="2712" actId="1035"/>
          <ac:spMkLst>
            <pc:docMk/>
            <pc:sldMk cId="1503930021" sldId="286"/>
            <ac:spMk id="8" creationId="{0A926B5B-101B-DD2D-B6F4-C49DFA29CA5D}"/>
          </ac:spMkLst>
        </pc:spChg>
        <pc:spChg chg="add mod">
          <ac:chgData name="SHIN HYUN KIL" userId="d5bffe1d-586f-4b28-9005-eb11788ec385" providerId="ADAL" clId="{CE2F0D24-60E9-4C7E-820B-248505F03A4B}" dt="2026-04-13T02:40:12.124" v="2712" actId="1035"/>
          <ac:spMkLst>
            <pc:docMk/>
            <pc:sldMk cId="1503930021" sldId="286"/>
            <ac:spMk id="9" creationId="{754EECE1-AE11-B4CA-0FC9-DE6F7A191509}"/>
          </ac:spMkLst>
        </pc:spChg>
        <pc:spChg chg="add mod">
          <ac:chgData name="SHIN HYUN KIL" userId="d5bffe1d-586f-4b28-9005-eb11788ec385" providerId="ADAL" clId="{CE2F0D24-60E9-4C7E-820B-248505F03A4B}" dt="2026-04-13T02:40:12.124" v="2712" actId="1035"/>
          <ac:spMkLst>
            <pc:docMk/>
            <pc:sldMk cId="1503930021" sldId="286"/>
            <ac:spMk id="10" creationId="{632496CB-0DE2-8041-4F05-5844DA774C40}"/>
          </ac:spMkLst>
        </pc:spChg>
        <pc:spChg chg="add mod">
          <ac:chgData name="SHIN HYUN KIL" userId="d5bffe1d-586f-4b28-9005-eb11788ec385" providerId="ADAL" clId="{CE2F0D24-60E9-4C7E-820B-248505F03A4B}" dt="2026-04-13T02:40:53.724" v="2788" actId="1036"/>
          <ac:spMkLst>
            <pc:docMk/>
            <pc:sldMk cId="1503930021" sldId="286"/>
            <ac:spMk id="11" creationId="{9106D457-76EB-9F69-492F-CF8EA1727B70}"/>
          </ac:spMkLst>
        </pc:spChg>
        <pc:spChg chg="add mod">
          <ac:chgData name="SHIN HYUN KIL" userId="d5bffe1d-586f-4b28-9005-eb11788ec385" providerId="ADAL" clId="{CE2F0D24-60E9-4C7E-820B-248505F03A4B}" dt="2026-04-13T02:40:53.724" v="2788" actId="1036"/>
          <ac:spMkLst>
            <pc:docMk/>
            <pc:sldMk cId="1503930021" sldId="286"/>
            <ac:spMk id="12" creationId="{30A7D399-06D4-F4F5-9697-B3380C3059F0}"/>
          </ac:spMkLst>
        </pc:spChg>
        <pc:spChg chg="add mod">
          <ac:chgData name="SHIN HYUN KIL" userId="d5bffe1d-586f-4b28-9005-eb11788ec385" providerId="ADAL" clId="{CE2F0D24-60E9-4C7E-820B-248505F03A4B}" dt="2026-04-13T02:40:53.724" v="2788" actId="1036"/>
          <ac:spMkLst>
            <pc:docMk/>
            <pc:sldMk cId="1503930021" sldId="286"/>
            <ac:spMk id="13" creationId="{8BE53222-A036-0AC7-7CEC-3F75921D281D}"/>
          </ac:spMkLst>
        </pc:spChg>
        <pc:spChg chg="add mod">
          <ac:chgData name="SHIN HYUN KIL" userId="d5bffe1d-586f-4b28-9005-eb11788ec385" providerId="ADAL" clId="{CE2F0D24-60E9-4C7E-820B-248505F03A4B}" dt="2026-04-13T02:41:19.764" v="2802" actId="1035"/>
          <ac:spMkLst>
            <pc:docMk/>
            <pc:sldMk cId="1503930021" sldId="286"/>
            <ac:spMk id="14" creationId="{98B13E45-4D99-B1AA-9B89-F9AA9B7268D6}"/>
          </ac:spMkLst>
        </pc:spChg>
        <pc:spChg chg="add mod">
          <ac:chgData name="SHIN HYUN KIL" userId="d5bffe1d-586f-4b28-9005-eb11788ec385" providerId="ADAL" clId="{CE2F0D24-60E9-4C7E-820B-248505F03A4B}" dt="2026-04-13T02:41:19.764" v="2802" actId="1035"/>
          <ac:spMkLst>
            <pc:docMk/>
            <pc:sldMk cId="1503930021" sldId="286"/>
            <ac:spMk id="15" creationId="{7E81EF16-3476-F95B-4CBC-77D0A908A2F3}"/>
          </ac:spMkLst>
        </pc:spChg>
        <pc:spChg chg="add mod">
          <ac:chgData name="SHIN HYUN KIL" userId="d5bffe1d-586f-4b28-9005-eb11788ec385" providerId="ADAL" clId="{CE2F0D24-60E9-4C7E-820B-248505F03A4B}" dt="2026-04-13T02:41:32.216" v="2827" actId="1036"/>
          <ac:spMkLst>
            <pc:docMk/>
            <pc:sldMk cId="1503930021" sldId="286"/>
            <ac:spMk id="16" creationId="{3FE7C1C8-C85E-CBCC-65E6-2825904E10AB}"/>
          </ac:spMkLst>
        </pc:spChg>
        <pc:spChg chg="add mod ord">
          <ac:chgData name="SHIN HYUN KIL" userId="d5bffe1d-586f-4b28-9005-eb11788ec385" providerId="ADAL" clId="{CE2F0D24-60E9-4C7E-820B-248505F03A4B}" dt="2026-04-13T02:44:09.298" v="3114" actId="167"/>
          <ac:spMkLst>
            <pc:docMk/>
            <pc:sldMk cId="1503930021" sldId="286"/>
            <ac:spMk id="44" creationId="{E7E209AD-DAEF-7A35-7C13-A043DD769803}"/>
          </ac:spMkLst>
        </pc:spChg>
        <pc:spChg chg="add mod ord">
          <ac:chgData name="SHIN HYUN KIL" userId="d5bffe1d-586f-4b28-9005-eb11788ec385" providerId="ADAL" clId="{CE2F0D24-60E9-4C7E-820B-248505F03A4B}" dt="2026-04-13T02:44:09.298" v="3114" actId="167"/>
          <ac:spMkLst>
            <pc:docMk/>
            <pc:sldMk cId="1503930021" sldId="286"/>
            <ac:spMk id="45" creationId="{66649973-0A7F-44A9-0AFF-908FEAC5D0D7}"/>
          </ac:spMkLst>
        </pc:spChg>
        <pc:spChg chg="add mod ord">
          <ac:chgData name="SHIN HYUN KIL" userId="d5bffe1d-586f-4b28-9005-eb11788ec385" providerId="ADAL" clId="{CE2F0D24-60E9-4C7E-820B-248505F03A4B}" dt="2026-04-13T02:44:09.298" v="3114" actId="167"/>
          <ac:spMkLst>
            <pc:docMk/>
            <pc:sldMk cId="1503930021" sldId="286"/>
            <ac:spMk id="46" creationId="{4BEFCCB9-B084-0FE0-32A5-58102E60A504}"/>
          </ac:spMkLst>
        </pc:spChg>
        <pc:spChg chg="add del mod ord">
          <ac:chgData name="SHIN HYUN KIL" userId="d5bffe1d-586f-4b28-9005-eb11788ec385" providerId="ADAL" clId="{CE2F0D24-60E9-4C7E-820B-248505F03A4B}" dt="2026-04-13T02:44:09.298" v="3114" actId="167"/>
          <ac:spMkLst>
            <pc:docMk/>
            <pc:sldMk cId="1503930021" sldId="286"/>
            <ac:spMk id="47" creationId="{4E14F677-4CAE-3344-1F96-05AACCDC299F}"/>
          </ac:spMkLst>
        </pc:spChg>
        <pc:spChg chg="add mod ord">
          <ac:chgData name="SHIN HYUN KIL" userId="d5bffe1d-586f-4b28-9005-eb11788ec385" providerId="ADAL" clId="{CE2F0D24-60E9-4C7E-820B-248505F03A4B}" dt="2026-04-13T02:44:09.298" v="3114" actId="167"/>
          <ac:spMkLst>
            <pc:docMk/>
            <pc:sldMk cId="1503930021" sldId="286"/>
            <ac:spMk id="48" creationId="{E1C6C799-4C80-E5EC-94ED-7E899D1F32B6}"/>
          </ac:spMkLst>
        </pc:spChg>
        <pc:spChg chg="add mod">
          <ac:chgData name="SHIN HYUN KIL" userId="d5bffe1d-586f-4b28-9005-eb11788ec385" providerId="ADAL" clId="{CE2F0D24-60E9-4C7E-820B-248505F03A4B}" dt="2026-04-13T02:42:52.833" v="3105" actId="1076"/>
          <ac:spMkLst>
            <pc:docMk/>
            <pc:sldMk cId="1503930021" sldId="286"/>
            <ac:spMk id="62" creationId="{06C8EF6F-663F-CFFC-343E-EE84EF7226B1}"/>
          </ac:spMkLst>
        </pc:spChg>
        <pc:cxnChg chg="add del mod">
          <ac:chgData name="SHIN HYUN KIL" userId="d5bffe1d-586f-4b28-9005-eb11788ec385" providerId="ADAL" clId="{CE2F0D24-60E9-4C7E-820B-248505F03A4B}" dt="2026-04-13T02:39:06.452" v="2670" actId="478"/>
          <ac:cxnSpMkLst>
            <pc:docMk/>
            <pc:sldMk cId="1503930021" sldId="286"/>
            <ac:cxnSpMk id="18" creationId="{BFE0CAD4-38CF-4595-F8A4-E59A35CFD772}"/>
          </ac:cxnSpMkLst>
        </pc:cxnChg>
        <pc:cxnChg chg="add del mod">
          <ac:chgData name="SHIN HYUN KIL" userId="d5bffe1d-586f-4b28-9005-eb11788ec385" providerId="ADAL" clId="{CE2F0D24-60E9-4C7E-820B-248505F03A4B}" dt="2026-04-13T02:39:06.452" v="2670" actId="478"/>
          <ac:cxnSpMkLst>
            <pc:docMk/>
            <pc:sldMk cId="1503930021" sldId="286"/>
            <ac:cxnSpMk id="19" creationId="{3F113E10-91EF-DC76-C13F-000BB3A88265}"/>
          </ac:cxnSpMkLst>
        </pc:cxnChg>
        <pc:cxnChg chg="add del mod">
          <ac:chgData name="SHIN HYUN KIL" userId="d5bffe1d-586f-4b28-9005-eb11788ec385" providerId="ADAL" clId="{CE2F0D24-60E9-4C7E-820B-248505F03A4B}" dt="2026-04-13T02:39:06.452" v="2670" actId="478"/>
          <ac:cxnSpMkLst>
            <pc:docMk/>
            <pc:sldMk cId="1503930021" sldId="286"/>
            <ac:cxnSpMk id="22" creationId="{28E93A87-B8C1-2D8F-7248-8CA3D6C45E36}"/>
          </ac:cxnSpMkLst>
        </pc:cxnChg>
        <pc:cxnChg chg="add del mod">
          <ac:chgData name="SHIN HYUN KIL" userId="d5bffe1d-586f-4b28-9005-eb11788ec385" providerId="ADAL" clId="{CE2F0D24-60E9-4C7E-820B-248505F03A4B}" dt="2026-04-13T02:39:06.452" v="2670" actId="478"/>
          <ac:cxnSpMkLst>
            <pc:docMk/>
            <pc:sldMk cId="1503930021" sldId="286"/>
            <ac:cxnSpMk id="26" creationId="{F4F2A932-2024-A203-5429-3C0AB999FBA9}"/>
          </ac:cxnSpMkLst>
        </pc:cxnChg>
        <pc:cxnChg chg="add del mod">
          <ac:chgData name="SHIN HYUN KIL" userId="d5bffe1d-586f-4b28-9005-eb11788ec385" providerId="ADAL" clId="{CE2F0D24-60E9-4C7E-820B-248505F03A4B}" dt="2026-04-13T02:39:06.452" v="2670" actId="478"/>
          <ac:cxnSpMkLst>
            <pc:docMk/>
            <pc:sldMk cId="1503930021" sldId="286"/>
            <ac:cxnSpMk id="29" creationId="{BE69E863-7255-5CD8-AE3B-26048CFB31FA}"/>
          </ac:cxnSpMkLst>
        </pc:cxnChg>
        <pc:cxnChg chg="add del mod">
          <ac:chgData name="SHIN HYUN KIL" userId="d5bffe1d-586f-4b28-9005-eb11788ec385" providerId="ADAL" clId="{CE2F0D24-60E9-4C7E-820B-248505F03A4B}" dt="2026-04-13T02:39:06.452" v="2670" actId="478"/>
          <ac:cxnSpMkLst>
            <pc:docMk/>
            <pc:sldMk cId="1503930021" sldId="286"/>
            <ac:cxnSpMk id="32" creationId="{7C9F561C-57FF-A6C7-FB0E-BE5B1E88CD3B}"/>
          </ac:cxnSpMkLst>
        </pc:cxnChg>
        <pc:cxnChg chg="add del mod">
          <ac:chgData name="SHIN HYUN KIL" userId="d5bffe1d-586f-4b28-9005-eb11788ec385" providerId="ADAL" clId="{CE2F0D24-60E9-4C7E-820B-248505F03A4B}" dt="2026-04-13T02:39:06.452" v="2670" actId="478"/>
          <ac:cxnSpMkLst>
            <pc:docMk/>
            <pc:sldMk cId="1503930021" sldId="286"/>
            <ac:cxnSpMk id="35" creationId="{56A91DD4-9DCC-99F0-EBB9-FE448307F4F3}"/>
          </ac:cxnSpMkLst>
        </pc:cxnChg>
        <pc:cxnChg chg="add del mod">
          <ac:chgData name="SHIN HYUN KIL" userId="d5bffe1d-586f-4b28-9005-eb11788ec385" providerId="ADAL" clId="{CE2F0D24-60E9-4C7E-820B-248505F03A4B}" dt="2026-04-13T02:39:06.452" v="2670" actId="478"/>
          <ac:cxnSpMkLst>
            <pc:docMk/>
            <pc:sldMk cId="1503930021" sldId="286"/>
            <ac:cxnSpMk id="38" creationId="{0C84B367-2A27-4125-D6BA-E6C02BA78E43}"/>
          </ac:cxnSpMkLst>
        </pc:cxnChg>
        <pc:cxnChg chg="add del mod">
          <ac:chgData name="SHIN HYUN KIL" userId="d5bffe1d-586f-4b28-9005-eb11788ec385" providerId="ADAL" clId="{CE2F0D24-60E9-4C7E-820B-248505F03A4B}" dt="2026-04-13T02:39:06.452" v="2670" actId="478"/>
          <ac:cxnSpMkLst>
            <pc:docMk/>
            <pc:sldMk cId="1503930021" sldId="286"/>
            <ac:cxnSpMk id="41" creationId="{8980F1C2-F205-C99B-6E55-EFDCA749A094}"/>
          </ac:cxnSpMkLst>
        </pc:cxnChg>
        <pc:cxnChg chg="add mod">
          <ac:chgData name="SHIN HYUN KIL" userId="d5bffe1d-586f-4b28-9005-eb11788ec385" providerId="ADAL" clId="{CE2F0D24-60E9-4C7E-820B-248505F03A4B}" dt="2026-04-13T02:40:45.251" v="2775" actId="1035"/>
          <ac:cxnSpMkLst>
            <pc:docMk/>
            <pc:sldMk cId="1503930021" sldId="286"/>
            <ac:cxnSpMk id="50" creationId="{D41B6445-8CCE-8BD4-E0A8-879CCFD1F9D5}"/>
          </ac:cxnSpMkLst>
        </pc:cxnChg>
        <pc:cxnChg chg="add mod">
          <ac:chgData name="SHIN HYUN KIL" userId="d5bffe1d-586f-4b28-9005-eb11788ec385" providerId="ADAL" clId="{CE2F0D24-60E9-4C7E-820B-248505F03A4B}" dt="2026-04-13T02:40:53.724" v="2788" actId="1036"/>
          <ac:cxnSpMkLst>
            <pc:docMk/>
            <pc:sldMk cId="1503930021" sldId="286"/>
            <ac:cxnSpMk id="52" creationId="{19474048-053B-22F8-77FF-34F2E58F1F5D}"/>
          </ac:cxnSpMkLst>
        </pc:cxnChg>
        <pc:cxnChg chg="add mod">
          <ac:chgData name="SHIN HYUN KIL" userId="d5bffe1d-586f-4b28-9005-eb11788ec385" providerId="ADAL" clId="{CE2F0D24-60E9-4C7E-820B-248505F03A4B}" dt="2026-04-13T02:41:19.764" v="2802" actId="1035"/>
          <ac:cxnSpMkLst>
            <pc:docMk/>
            <pc:sldMk cId="1503930021" sldId="286"/>
            <ac:cxnSpMk id="55" creationId="{A77DBA2C-6E14-7D43-5340-2C3DF278EC21}"/>
          </ac:cxnSpMkLst>
        </pc:cxnChg>
        <pc:cxnChg chg="add mod">
          <ac:chgData name="SHIN HYUN KIL" userId="d5bffe1d-586f-4b28-9005-eb11788ec385" providerId="ADAL" clId="{CE2F0D24-60E9-4C7E-820B-248505F03A4B}" dt="2026-04-13T02:41:32.216" v="2827" actId="1036"/>
          <ac:cxnSpMkLst>
            <pc:docMk/>
            <pc:sldMk cId="1503930021" sldId="286"/>
            <ac:cxnSpMk id="59" creationId="{AFE97300-DE1B-1AAB-2E0B-08EFD75DB760}"/>
          </ac:cxnSpMkLst>
        </pc:cxnChg>
      </pc:sldChg>
      <pc:sldChg chg="addSp delSp modSp new del mod">
        <pc:chgData name="SHIN HYUN KIL" userId="d5bffe1d-586f-4b28-9005-eb11788ec385" providerId="ADAL" clId="{CE2F0D24-60E9-4C7E-820B-248505F03A4B}" dt="2026-04-13T02:46:36.481" v="3168" actId="47"/>
        <pc:sldMkLst>
          <pc:docMk/>
          <pc:sldMk cId="2843193331" sldId="287"/>
        </pc:sldMkLst>
        <pc:spChg chg="del">
          <ac:chgData name="SHIN HYUN KIL" userId="d5bffe1d-586f-4b28-9005-eb11788ec385" providerId="ADAL" clId="{CE2F0D24-60E9-4C7E-820B-248505F03A4B}" dt="2026-04-13T02:43:42.443" v="3107" actId="478"/>
          <ac:spMkLst>
            <pc:docMk/>
            <pc:sldMk cId="2843193331" sldId="287"/>
            <ac:spMk id="2" creationId="{1553C497-6A44-9B12-85D9-093C407EB0D8}"/>
          </ac:spMkLst>
        </pc:spChg>
        <pc:spChg chg="del">
          <ac:chgData name="SHIN HYUN KIL" userId="d5bffe1d-586f-4b28-9005-eb11788ec385" providerId="ADAL" clId="{CE2F0D24-60E9-4C7E-820B-248505F03A4B}" dt="2026-04-13T02:43:42.443" v="3107" actId="478"/>
          <ac:spMkLst>
            <pc:docMk/>
            <pc:sldMk cId="2843193331" sldId="287"/>
            <ac:spMk id="3" creationId="{357C0307-59F7-34D9-92E7-74D3D9F32DE1}"/>
          </ac:spMkLst>
        </pc:spChg>
        <pc:spChg chg="add mod">
          <ac:chgData name="SHIN HYUN KIL" userId="d5bffe1d-586f-4b28-9005-eb11788ec385" providerId="ADAL" clId="{CE2F0D24-60E9-4C7E-820B-248505F03A4B}" dt="2026-04-13T02:44:54.126" v="3165" actId="1038"/>
          <ac:spMkLst>
            <pc:docMk/>
            <pc:sldMk cId="2843193331" sldId="287"/>
            <ac:spMk id="4" creationId="{A22E39E0-7A0D-34CB-903F-6DC9E1DCD752}"/>
          </ac:spMkLst>
        </pc:spChg>
        <pc:spChg chg="add mod">
          <ac:chgData name="SHIN HYUN KIL" userId="d5bffe1d-586f-4b28-9005-eb11788ec385" providerId="ADAL" clId="{CE2F0D24-60E9-4C7E-820B-248505F03A4B}" dt="2026-04-13T02:44:54.126" v="3165" actId="1038"/>
          <ac:spMkLst>
            <pc:docMk/>
            <pc:sldMk cId="2843193331" sldId="287"/>
            <ac:spMk id="5" creationId="{0621AF2F-E41F-72DA-E36C-8E0CCB82C800}"/>
          </ac:spMkLst>
        </pc:spChg>
        <pc:spChg chg="add mod">
          <ac:chgData name="SHIN HYUN KIL" userId="d5bffe1d-586f-4b28-9005-eb11788ec385" providerId="ADAL" clId="{CE2F0D24-60E9-4C7E-820B-248505F03A4B}" dt="2026-04-13T02:44:54.126" v="3165" actId="1038"/>
          <ac:spMkLst>
            <pc:docMk/>
            <pc:sldMk cId="2843193331" sldId="287"/>
            <ac:spMk id="6" creationId="{E9C72781-CBCE-D5CF-2E25-435F4EEA735D}"/>
          </ac:spMkLst>
        </pc:spChg>
        <pc:spChg chg="add mod">
          <ac:chgData name="SHIN HYUN KIL" userId="d5bffe1d-586f-4b28-9005-eb11788ec385" providerId="ADAL" clId="{CE2F0D24-60E9-4C7E-820B-248505F03A4B}" dt="2026-04-13T02:44:54.126" v="3165" actId="1038"/>
          <ac:spMkLst>
            <pc:docMk/>
            <pc:sldMk cId="2843193331" sldId="287"/>
            <ac:spMk id="7" creationId="{079279AC-E543-C1E6-03DA-F52CDA748E14}"/>
          </ac:spMkLst>
        </pc:spChg>
        <pc:spChg chg="add mod">
          <ac:chgData name="SHIN HYUN KIL" userId="d5bffe1d-586f-4b28-9005-eb11788ec385" providerId="ADAL" clId="{CE2F0D24-60E9-4C7E-820B-248505F03A4B}" dt="2026-04-13T02:44:54.126" v="3165" actId="1038"/>
          <ac:spMkLst>
            <pc:docMk/>
            <pc:sldMk cId="2843193331" sldId="287"/>
            <ac:spMk id="8" creationId="{C8551C63-8265-DF57-18B7-E14E4DD27437}"/>
          </ac:spMkLst>
        </pc:spChg>
        <pc:spChg chg="add mod">
          <ac:chgData name="SHIN HYUN KIL" userId="d5bffe1d-586f-4b28-9005-eb11788ec385" providerId="ADAL" clId="{CE2F0D24-60E9-4C7E-820B-248505F03A4B}" dt="2026-04-13T02:44:54.126" v="3165" actId="1038"/>
          <ac:spMkLst>
            <pc:docMk/>
            <pc:sldMk cId="2843193331" sldId="287"/>
            <ac:spMk id="9" creationId="{7310AF02-96CF-A0F1-0944-F7A7ECE2A918}"/>
          </ac:spMkLst>
        </pc:spChg>
        <pc:spChg chg="add mod">
          <ac:chgData name="SHIN HYUN KIL" userId="d5bffe1d-586f-4b28-9005-eb11788ec385" providerId="ADAL" clId="{CE2F0D24-60E9-4C7E-820B-248505F03A4B}" dt="2026-04-13T02:44:54.126" v="3165" actId="1038"/>
          <ac:spMkLst>
            <pc:docMk/>
            <pc:sldMk cId="2843193331" sldId="287"/>
            <ac:spMk id="10" creationId="{325A4A56-8A3E-4F28-0F57-AD72669CA2D2}"/>
          </ac:spMkLst>
        </pc:spChg>
        <pc:spChg chg="add mod">
          <ac:chgData name="SHIN HYUN KIL" userId="d5bffe1d-586f-4b28-9005-eb11788ec385" providerId="ADAL" clId="{CE2F0D24-60E9-4C7E-820B-248505F03A4B}" dt="2026-04-13T02:44:54.126" v="3165" actId="1038"/>
          <ac:spMkLst>
            <pc:docMk/>
            <pc:sldMk cId="2843193331" sldId="287"/>
            <ac:spMk id="11" creationId="{2678D799-D993-0F72-940D-0C53605A8ECC}"/>
          </ac:spMkLst>
        </pc:spChg>
        <pc:spChg chg="add mod">
          <ac:chgData name="SHIN HYUN KIL" userId="d5bffe1d-586f-4b28-9005-eb11788ec385" providerId="ADAL" clId="{CE2F0D24-60E9-4C7E-820B-248505F03A4B}" dt="2026-04-13T02:44:54.126" v="3165" actId="1038"/>
          <ac:spMkLst>
            <pc:docMk/>
            <pc:sldMk cId="2843193331" sldId="287"/>
            <ac:spMk id="12" creationId="{F94A03C9-92BE-4BBB-D152-F169E627EC70}"/>
          </ac:spMkLst>
        </pc:spChg>
        <pc:spChg chg="add mod">
          <ac:chgData name="SHIN HYUN KIL" userId="d5bffe1d-586f-4b28-9005-eb11788ec385" providerId="ADAL" clId="{CE2F0D24-60E9-4C7E-820B-248505F03A4B}" dt="2026-04-13T02:44:54.126" v="3165" actId="1038"/>
          <ac:spMkLst>
            <pc:docMk/>
            <pc:sldMk cId="2843193331" sldId="287"/>
            <ac:spMk id="13" creationId="{1D9A7EF5-3875-4BF8-F66A-D3F427D17D4F}"/>
          </ac:spMkLst>
        </pc:spChg>
        <pc:spChg chg="add mod">
          <ac:chgData name="SHIN HYUN KIL" userId="d5bffe1d-586f-4b28-9005-eb11788ec385" providerId="ADAL" clId="{CE2F0D24-60E9-4C7E-820B-248505F03A4B}" dt="2026-04-13T02:44:54.126" v="3165" actId="1038"/>
          <ac:spMkLst>
            <pc:docMk/>
            <pc:sldMk cId="2843193331" sldId="287"/>
            <ac:spMk id="14" creationId="{274D367C-7F50-E590-7D35-6433A8F84A4E}"/>
          </ac:spMkLst>
        </pc:spChg>
        <pc:spChg chg="add mod">
          <ac:chgData name="SHIN HYUN KIL" userId="d5bffe1d-586f-4b28-9005-eb11788ec385" providerId="ADAL" clId="{CE2F0D24-60E9-4C7E-820B-248505F03A4B}" dt="2026-04-13T02:44:54.126" v="3165" actId="1038"/>
          <ac:spMkLst>
            <pc:docMk/>
            <pc:sldMk cId="2843193331" sldId="287"/>
            <ac:spMk id="15" creationId="{E7CE27B8-E898-6D8A-1766-73C64E126A69}"/>
          </ac:spMkLst>
        </pc:spChg>
        <pc:spChg chg="add del mod">
          <ac:chgData name="SHIN HYUN KIL" userId="d5bffe1d-586f-4b28-9005-eb11788ec385" providerId="ADAL" clId="{CE2F0D24-60E9-4C7E-820B-248505F03A4B}" dt="2026-04-13T02:44:49.771" v="3134" actId="478"/>
          <ac:spMkLst>
            <pc:docMk/>
            <pc:sldMk cId="2843193331" sldId="287"/>
            <ac:spMk id="16" creationId="{E5E38C8B-7E22-06C8-0E7C-036B7AFDC038}"/>
          </ac:spMkLst>
        </pc:spChg>
        <pc:spChg chg="add mod ord">
          <ac:chgData name="SHIN HYUN KIL" userId="d5bffe1d-586f-4b28-9005-eb11788ec385" providerId="ADAL" clId="{CE2F0D24-60E9-4C7E-820B-248505F03A4B}" dt="2026-04-13T02:44:54.126" v="3165" actId="1038"/>
          <ac:spMkLst>
            <pc:docMk/>
            <pc:sldMk cId="2843193331" sldId="287"/>
            <ac:spMk id="17" creationId="{1870ACD0-20D9-6BB2-6B28-644014DDD46B}"/>
          </ac:spMkLst>
        </pc:spChg>
        <pc:spChg chg="add mod ord">
          <ac:chgData name="SHIN HYUN KIL" userId="d5bffe1d-586f-4b28-9005-eb11788ec385" providerId="ADAL" clId="{CE2F0D24-60E9-4C7E-820B-248505F03A4B}" dt="2026-04-13T02:44:54.126" v="3165" actId="1038"/>
          <ac:spMkLst>
            <pc:docMk/>
            <pc:sldMk cId="2843193331" sldId="287"/>
            <ac:spMk id="18" creationId="{EFD668B8-13CA-9FB8-66B1-B8881F8F6EA2}"/>
          </ac:spMkLst>
        </pc:spChg>
        <pc:spChg chg="add mod ord">
          <ac:chgData name="SHIN HYUN KIL" userId="d5bffe1d-586f-4b28-9005-eb11788ec385" providerId="ADAL" clId="{CE2F0D24-60E9-4C7E-820B-248505F03A4B}" dt="2026-04-13T02:44:54.126" v="3165" actId="1038"/>
          <ac:spMkLst>
            <pc:docMk/>
            <pc:sldMk cId="2843193331" sldId="287"/>
            <ac:spMk id="19" creationId="{EA42C047-DDB4-340F-60A7-A41B6692351E}"/>
          </ac:spMkLst>
        </pc:spChg>
        <pc:spChg chg="add mod ord">
          <ac:chgData name="SHIN HYUN KIL" userId="d5bffe1d-586f-4b28-9005-eb11788ec385" providerId="ADAL" clId="{CE2F0D24-60E9-4C7E-820B-248505F03A4B}" dt="2026-04-13T02:44:54.126" v="3165" actId="1038"/>
          <ac:spMkLst>
            <pc:docMk/>
            <pc:sldMk cId="2843193331" sldId="287"/>
            <ac:spMk id="20" creationId="{89858207-F59B-E01E-08B3-BCB9BC810843}"/>
          </ac:spMkLst>
        </pc:spChg>
        <pc:spChg chg="add del mod ord">
          <ac:chgData name="SHIN HYUN KIL" userId="d5bffe1d-586f-4b28-9005-eb11788ec385" providerId="ADAL" clId="{CE2F0D24-60E9-4C7E-820B-248505F03A4B}" dt="2026-04-13T02:44:49.771" v="3134" actId="478"/>
          <ac:spMkLst>
            <pc:docMk/>
            <pc:sldMk cId="2843193331" sldId="287"/>
            <ac:spMk id="21" creationId="{8764349C-8F80-BAC3-C737-E482C76FF64A}"/>
          </ac:spMkLst>
        </pc:spChg>
        <pc:spChg chg="add mod">
          <ac:chgData name="SHIN HYUN KIL" userId="d5bffe1d-586f-4b28-9005-eb11788ec385" providerId="ADAL" clId="{CE2F0D24-60E9-4C7E-820B-248505F03A4B}" dt="2026-04-13T02:44:54.126" v="3165" actId="1038"/>
          <ac:spMkLst>
            <pc:docMk/>
            <pc:sldMk cId="2843193331" sldId="287"/>
            <ac:spMk id="26" creationId="{79B37675-FC4D-07E4-0B08-4DEB05EF0B12}"/>
          </ac:spMkLst>
        </pc:spChg>
        <pc:picChg chg="add del">
          <ac:chgData name="SHIN HYUN KIL" userId="d5bffe1d-586f-4b28-9005-eb11788ec385" providerId="ADAL" clId="{CE2F0D24-60E9-4C7E-820B-248505F03A4B}" dt="2026-04-13T02:45:03.184" v="3167" actId="21"/>
          <ac:picMkLst>
            <pc:docMk/>
            <pc:sldMk cId="2843193331" sldId="287"/>
            <ac:picMk id="29" creationId="{35ED32B6-7DC6-B050-D607-91EA32806CE4}"/>
          </ac:picMkLst>
        </pc:picChg>
        <pc:cxnChg chg="add mod">
          <ac:chgData name="SHIN HYUN KIL" userId="d5bffe1d-586f-4b28-9005-eb11788ec385" providerId="ADAL" clId="{CE2F0D24-60E9-4C7E-820B-248505F03A4B}" dt="2026-04-13T02:44:54.126" v="3165" actId="1038"/>
          <ac:cxnSpMkLst>
            <pc:docMk/>
            <pc:sldMk cId="2843193331" sldId="287"/>
            <ac:cxnSpMk id="22" creationId="{E2CA27CD-62A7-85DC-2321-42B6070FD558}"/>
          </ac:cxnSpMkLst>
        </pc:cxnChg>
        <pc:cxnChg chg="add mod">
          <ac:chgData name="SHIN HYUN KIL" userId="d5bffe1d-586f-4b28-9005-eb11788ec385" providerId="ADAL" clId="{CE2F0D24-60E9-4C7E-820B-248505F03A4B}" dt="2026-04-13T02:44:54.126" v="3165" actId="1038"/>
          <ac:cxnSpMkLst>
            <pc:docMk/>
            <pc:sldMk cId="2843193331" sldId="287"/>
            <ac:cxnSpMk id="23" creationId="{EEB27726-0FB5-EA2B-78B6-A96DBBBBF1D1}"/>
          </ac:cxnSpMkLst>
        </pc:cxnChg>
        <pc:cxnChg chg="add mod">
          <ac:chgData name="SHIN HYUN KIL" userId="d5bffe1d-586f-4b28-9005-eb11788ec385" providerId="ADAL" clId="{CE2F0D24-60E9-4C7E-820B-248505F03A4B}" dt="2026-04-13T02:44:54.126" v="3165" actId="1038"/>
          <ac:cxnSpMkLst>
            <pc:docMk/>
            <pc:sldMk cId="2843193331" sldId="287"/>
            <ac:cxnSpMk id="24" creationId="{36A0963D-B2C1-8505-68B4-8C7C1D825F9F}"/>
          </ac:cxnSpMkLst>
        </pc:cxnChg>
        <pc:cxnChg chg="add del mod">
          <ac:chgData name="SHIN HYUN KIL" userId="d5bffe1d-586f-4b28-9005-eb11788ec385" providerId="ADAL" clId="{CE2F0D24-60E9-4C7E-820B-248505F03A4B}" dt="2026-04-13T02:44:49.771" v="3134" actId="478"/>
          <ac:cxnSpMkLst>
            <pc:docMk/>
            <pc:sldMk cId="2843193331" sldId="287"/>
            <ac:cxnSpMk id="25" creationId="{CF19F2A5-8344-FC19-C4B1-BE3F53465B21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DE7B83-35B9-CC2F-3763-3333587F47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26DFCB6-D800-B3E4-0BBB-962B16E18C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A7502F-3127-EE94-46AE-1E9298F17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2C2C-E8BB-4FE1-BB8D-5BD4F9890CE8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81F787-100E-63E0-42E7-CDAE703B6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8AD5B6-84CC-0131-BE0C-F60ACB6BD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F0B7D-99DD-41A1-B888-EF0E6AA501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4304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952D2A-EDEC-472E-6712-FA0366AFE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FD2701-5A97-2946-5478-033FDC52B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D18F6D-04A2-1FAC-2896-B53E71D72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2C2C-E8BB-4FE1-BB8D-5BD4F9890CE8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99600E-6F1F-B9F0-4EC9-8978E1AA6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425EEC-CDFE-A3CE-D51D-A8A2D0B01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F0B7D-99DD-41A1-B888-EF0E6AA501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3309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077E46-A83F-89F1-8810-5121E2DDD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0C3DE82-1E2E-5551-DC03-EDC892E30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DDF679-822A-1735-82ED-577C8DD9B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2C2C-E8BB-4FE1-BB8D-5BD4F9890CE8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16EB58-F882-0329-AC97-62401E916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40A123-E95E-1F83-D4AA-4ADA78B90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F0B7D-99DD-41A1-B888-EF0E6AA501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024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8A08CD-6062-6DEC-A897-E83B838CE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0B522D-8FFC-EE37-6E29-867B056D57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0E442C9-DF39-6304-EEB4-8BDFBDAE5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B5C59F9-CF9E-DB91-2A53-B88664653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2C2C-E8BB-4FE1-BB8D-5BD4F9890CE8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778A94-8505-AA77-0476-25137CE40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2D1B50-588E-BF11-1847-2AB2DC376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F0B7D-99DD-41A1-B888-EF0E6AA501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9606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9C784B-C253-9F90-3615-807A3D1D6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9114AC-45F0-DB01-2794-5B88B2AD7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E4F597-49BD-7231-78CA-54A264B0A2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3995BB6-889C-8F26-F4AC-43A81390E7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E976838-3861-CF7B-BE2D-C3A53F9B1B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C1F5E95-3DEE-4497-83E3-B4D8478AB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2C2C-E8BB-4FE1-BB8D-5BD4F9890CE8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A74FC62-761D-ECCB-15B4-08E07C2BD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70678E9-2B0A-12AB-92E9-DD65E4270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F0B7D-99DD-41A1-B888-EF0E6AA501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5384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6307E3-F9CE-8F0B-8D1F-60DBECCB6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7FC9FAC-68F9-43A2-7E5C-726686FE0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2C2C-E8BB-4FE1-BB8D-5BD4F9890CE8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FD54742-0C45-D195-F17A-60875CEAA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0711844-0C6A-414C-853B-E4D31996B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F0B7D-99DD-41A1-B888-EF0E6AA501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8895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5655C19-D0DB-C7D0-2924-CD669844E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2C2C-E8BB-4FE1-BB8D-5BD4F9890CE8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B9C980E-0235-89C3-BFF6-CBEB3C409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93AE36-59A7-8201-8118-104F24C3C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F0B7D-99DD-41A1-B888-EF0E6AA501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801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E6C4BD-CBA8-A080-D8FF-E6822E584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6AAA5E-FB8C-EAA5-E966-EA9CEEF05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1FDA3C9-E343-017B-046C-6E60228F16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E33C153-C0D1-40F5-194F-EE71D6538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2C2C-E8BB-4FE1-BB8D-5BD4F9890CE8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44F218D-0DAD-07E7-CF5B-173442DCF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D4A77F3-847E-9EAA-847A-1E39A7AA0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F0B7D-99DD-41A1-B888-EF0E6AA501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3238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AF2381-A56D-DC6B-6CAF-7D1552D75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F4DB7E7-D135-590D-4C2D-C2BA0A2A1D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546C605-2ACA-5864-0BE2-523A2AB292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BC26A2-5427-2BB4-0FBC-C11B645BD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2C2C-E8BB-4FE1-BB8D-5BD4F9890CE8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0AFAD02-B931-8634-9301-F9DC9AF4D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B715204-7F97-7AA5-8E0E-5C23FDFEA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F0B7D-99DD-41A1-B888-EF0E6AA501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3036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38C415-D5ED-4C03-77E9-B8A9F2E4D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DD0B162-CDCF-8F7B-E9CF-4C43347ED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E85AA7-4E55-820D-931D-7A5B64521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2C2C-E8BB-4FE1-BB8D-5BD4F9890CE8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2E3139-131F-069D-6DB9-654B28722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FADB6E-F6B7-B2A9-7AEF-7C61B25B1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F0B7D-99DD-41A1-B888-EF0E6AA501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0815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B80436C-E196-C70D-C03A-84436995BD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8B944DB-462D-FC6C-5DC0-8D3A70F5A1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28B4FC-7F7D-E510-DEDA-04B035164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2C2C-E8BB-4FE1-BB8D-5BD4F9890CE8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8B5305-C996-B4B1-9123-F733F9DF7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4E32A3-EA36-6958-9ADD-E1CE7426B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F0B7D-99DD-41A1-B888-EF0E6AA501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2700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8DB8353-7EE4-4556-EB6E-B40476457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DB6A0F-7B73-4EE4-44E0-2B795E0D4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E1D3F0-E7A8-4AA3-2BC4-1138D3F6A0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F32C2C-E8BB-4FE1-BB8D-5BD4F9890CE8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831360-C5B0-2041-C675-D68FFDB176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D358AF-E580-0F65-0EBC-11FDF6F6A3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DF0B7D-99DD-41A1-B888-EF0E6AA501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054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20.png"/><Relationship Id="rId7" Type="http://schemas.openxmlformats.org/officeDocument/2006/relationships/image" Target="../media/image250.png"/><Relationship Id="rId12" Type="http://schemas.openxmlformats.org/officeDocument/2006/relationships/image" Target="../media/image3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0.png"/><Relationship Id="rId11" Type="http://schemas.openxmlformats.org/officeDocument/2006/relationships/image" Target="../media/image31.png"/><Relationship Id="rId10" Type="http://schemas.openxmlformats.org/officeDocument/2006/relationships/image" Target="../media/image30.png"/><Relationship Id="rId4" Type="http://schemas.openxmlformats.org/officeDocument/2006/relationships/image" Target="../media/image230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.png"/><Relationship Id="rId5" Type="http://schemas.openxmlformats.org/officeDocument/2006/relationships/image" Target="../media/image280.png"/><Relationship Id="rId4" Type="http://schemas.openxmlformats.org/officeDocument/2006/relationships/image" Target="../media/image27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49BE10-5512-5003-1DF0-9D00C265C4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인공신경망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E83CC2A-00DA-8823-B11F-6F08C64B0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25596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/>
              <a:t>인공신경망 </a:t>
            </a:r>
            <a:r>
              <a:rPr lang="en-US" altLang="ko-KR" dirty="0"/>
              <a:t>vs </a:t>
            </a:r>
            <a:r>
              <a:rPr lang="ko-KR" altLang="en-US" dirty="0"/>
              <a:t>진짜신경망 </a:t>
            </a:r>
            <a:r>
              <a:rPr lang="en-US" altLang="ko-KR" dirty="0"/>
              <a:t>(biological neural network)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인공신경망 </a:t>
            </a:r>
            <a:r>
              <a:rPr lang="en-US" altLang="ko-KR" dirty="0"/>
              <a:t>vs linear regression &amp; logistic regression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Feed forward vs back propagation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Deep learning</a:t>
            </a:r>
            <a:r>
              <a:rPr lang="ko-KR" altLang="en-US" dirty="0"/>
              <a:t>이란</a:t>
            </a:r>
            <a:r>
              <a:rPr lang="en-US" altLang="ko-KR" dirty="0"/>
              <a:t>??</a:t>
            </a:r>
          </a:p>
        </p:txBody>
      </p:sp>
    </p:spTree>
    <p:extLst>
      <p:ext uri="{BB962C8B-B14F-4D97-AF65-F5344CB8AC3E}">
        <p14:creationId xmlns:p14="http://schemas.microsoft.com/office/powerpoint/2010/main" val="734454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C0B6CD0-D108-E33C-7084-6AB438C97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9368"/>
            <a:ext cx="5780531" cy="461926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BA0ABA9-1DEE-8C0A-9C13-201DA3A1A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6784" y="0"/>
            <a:ext cx="6465216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FC8855F-9EF6-822B-0EED-EC744A8DE17B}"/>
              </a:ext>
            </a:extLst>
          </p:cNvPr>
          <p:cNvSpPr txBox="1"/>
          <p:nvPr/>
        </p:nvSpPr>
        <p:spPr>
          <a:xfrm>
            <a:off x="147286" y="214233"/>
            <a:ext cx="9401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/>
              <a:t>인공신경망 </a:t>
            </a:r>
            <a:r>
              <a:rPr lang="en-US" altLang="ko-KR" sz="2800" dirty="0"/>
              <a:t>vs </a:t>
            </a:r>
            <a:r>
              <a:rPr lang="ko-KR" altLang="en-US" sz="2800" dirty="0"/>
              <a:t>진짜신경망 </a:t>
            </a:r>
            <a:r>
              <a:rPr lang="en-US" altLang="ko-KR" sz="2800" dirty="0"/>
              <a:t>(biological neural network)</a:t>
            </a:r>
            <a:endParaRPr lang="ko-KR" altLang="en-US" sz="28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2A72097-335E-B47A-069D-89DE5EB6D44F}"/>
              </a:ext>
            </a:extLst>
          </p:cNvPr>
          <p:cNvSpPr/>
          <p:nvPr/>
        </p:nvSpPr>
        <p:spPr>
          <a:xfrm>
            <a:off x="6096000" y="0"/>
            <a:ext cx="6223946" cy="67695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5038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73452D6-9721-E1FB-6B43-700CAC66A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736" y="915511"/>
            <a:ext cx="7462528" cy="594248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1B2060C-C417-FFF0-BB49-A3CF88F7F780}"/>
              </a:ext>
            </a:extLst>
          </p:cNvPr>
          <p:cNvSpPr txBox="1"/>
          <p:nvPr/>
        </p:nvSpPr>
        <p:spPr>
          <a:xfrm>
            <a:off x="147286" y="214233"/>
            <a:ext cx="9401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/>
              <a:t>인공신경망 </a:t>
            </a:r>
            <a:r>
              <a:rPr lang="en-US" altLang="ko-KR" sz="2800" dirty="0"/>
              <a:t>(artificial neural network, ANN)</a:t>
            </a:r>
            <a:endParaRPr lang="ko-KR" alt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DED3CD-4D68-49DB-050A-1EC75D543F78}"/>
              </a:ext>
            </a:extLst>
          </p:cNvPr>
          <p:cNvSpPr txBox="1"/>
          <p:nvPr/>
        </p:nvSpPr>
        <p:spPr>
          <a:xfrm>
            <a:off x="4294909" y="737453"/>
            <a:ext cx="262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Weight 3*3 +3(bias) 12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30CE81-3BAE-D255-6110-D471093B1C61}"/>
              </a:ext>
            </a:extLst>
          </p:cNvPr>
          <p:cNvSpPr txBox="1"/>
          <p:nvPr/>
        </p:nvSpPr>
        <p:spPr>
          <a:xfrm>
            <a:off x="6793346" y="963592"/>
            <a:ext cx="2063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Weight 3 +1(bias)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0D780F-B405-F56D-BAA7-6B1145A66020}"/>
              </a:ext>
            </a:extLst>
          </p:cNvPr>
          <p:cNvSpPr txBox="1"/>
          <p:nvPr/>
        </p:nvSpPr>
        <p:spPr>
          <a:xfrm>
            <a:off x="9670473" y="2373745"/>
            <a:ext cx="1767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16 weight, bias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297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E7E209AD-DAEF-7A35-7C13-A043DD769803}"/>
              </a:ext>
            </a:extLst>
          </p:cNvPr>
          <p:cNvSpPr/>
          <p:nvPr/>
        </p:nvSpPr>
        <p:spPr>
          <a:xfrm>
            <a:off x="314040" y="803564"/>
            <a:ext cx="1699491" cy="5181600"/>
          </a:xfrm>
          <a:prstGeom prst="roundRect">
            <a:avLst/>
          </a:prstGeom>
          <a:solidFill>
            <a:schemeClr val="dk1">
              <a:alpha val="3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66649973-0A7F-44A9-0AFF-908FEAC5D0D7}"/>
              </a:ext>
            </a:extLst>
          </p:cNvPr>
          <p:cNvSpPr/>
          <p:nvPr/>
        </p:nvSpPr>
        <p:spPr>
          <a:xfrm>
            <a:off x="2886364" y="64657"/>
            <a:ext cx="1699491" cy="6654798"/>
          </a:xfrm>
          <a:prstGeom prst="roundRect">
            <a:avLst/>
          </a:prstGeom>
          <a:solidFill>
            <a:schemeClr val="dk1">
              <a:alpha val="3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4BEFCCB9-B084-0FE0-32A5-58102E60A504}"/>
              </a:ext>
            </a:extLst>
          </p:cNvPr>
          <p:cNvSpPr/>
          <p:nvPr/>
        </p:nvSpPr>
        <p:spPr>
          <a:xfrm>
            <a:off x="5246255" y="701962"/>
            <a:ext cx="1699491" cy="5380183"/>
          </a:xfrm>
          <a:prstGeom prst="roundRect">
            <a:avLst/>
          </a:prstGeom>
          <a:solidFill>
            <a:schemeClr val="dk1">
              <a:alpha val="3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4E14F677-4CAE-3344-1F96-05AACCDC299F}"/>
              </a:ext>
            </a:extLst>
          </p:cNvPr>
          <p:cNvSpPr/>
          <p:nvPr/>
        </p:nvSpPr>
        <p:spPr>
          <a:xfrm>
            <a:off x="7587670" y="1616362"/>
            <a:ext cx="1699491" cy="3542146"/>
          </a:xfrm>
          <a:prstGeom prst="roundRect">
            <a:avLst/>
          </a:prstGeom>
          <a:solidFill>
            <a:schemeClr val="dk1">
              <a:alpha val="3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E1C6C799-4C80-E5EC-94ED-7E899D1F32B6}"/>
              </a:ext>
            </a:extLst>
          </p:cNvPr>
          <p:cNvSpPr/>
          <p:nvPr/>
        </p:nvSpPr>
        <p:spPr>
          <a:xfrm>
            <a:off x="9956798" y="2456869"/>
            <a:ext cx="1699491" cy="1865745"/>
          </a:xfrm>
          <a:prstGeom prst="roundRect">
            <a:avLst/>
          </a:prstGeom>
          <a:solidFill>
            <a:schemeClr val="dk1">
              <a:alpha val="3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2975FABC-2834-BCF5-746D-5FCCD07D9D37}"/>
              </a:ext>
            </a:extLst>
          </p:cNvPr>
          <p:cNvSpPr/>
          <p:nvPr/>
        </p:nvSpPr>
        <p:spPr>
          <a:xfrm>
            <a:off x="498767" y="1089890"/>
            <a:ext cx="1330036" cy="133003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611BB82B-1E0F-F6C9-AA7D-DA2F748E3415}"/>
              </a:ext>
            </a:extLst>
          </p:cNvPr>
          <p:cNvSpPr/>
          <p:nvPr/>
        </p:nvSpPr>
        <p:spPr>
          <a:xfrm>
            <a:off x="498767" y="2757053"/>
            <a:ext cx="1330036" cy="133003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70E713A0-6AEC-2D10-8F10-0F27F6A44985}"/>
              </a:ext>
            </a:extLst>
          </p:cNvPr>
          <p:cNvSpPr/>
          <p:nvPr/>
        </p:nvSpPr>
        <p:spPr>
          <a:xfrm>
            <a:off x="498767" y="4424216"/>
            <a:ext cx="1330036" cy="133003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A3735BC-CAB7-C382-455C-10FDDF5116BA}"/>
              </a:ext>
            </a:extLst>
          </p:cNvPr>
          <p:cNvSpPr/>
          <p:nvPr/>
        </p:nvSpPr>
        <p:spPr>
          <a:xfrm>
            <a:off x="3108037" y="175492"/>
            <a:ext cx="1330036" cy="133003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0A926B5B-101B-DD2D-B6F4-C49DFA29CA5D}"/>
              </a:ext>
            </a:extLst>
          </p:cNvPr>
          <p:cNvSpPr/>
          <p:nvPr/>
        </p:nvSpPr>
        <p:spPr>
          <a:xfrm>
            <a:off x="3108037" y="5140037"/>
            <a:ext cx="1330036" cy="133003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754EECE1-AE11-B4CA-0FC9-DE6F7A191509}"/>
              </a:ext>
            </a:extLst>
          </p:cNvPr>
          <p:cNvSpPr/>
          <p:nvPr/>
        </p:nvSpPr>
        <p:spPr>
          <a:xfrm>
            <a:off x="3108037" y="1842655"/>
            <a:ext cx="1330036" cy="133003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632496CB-0DE2-8041-4F05-5844DA774C40}"/>
              </a:ext>
            </a:extLst>
          </p:cNvPr>
          <p:cNvSpPr/>
          <p:nvPr/>
        </p:nvSpPr>
        <p:spPr>
          <a:xfrm>
            <a:off x="3108037" y="3401292"/>
            <a:ext cx="1330036" cy="133003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9106D457-76EB-9F69-492F-CF8EA1727B70}"/>
              </a:ext>
            </a:extLst>
          </p:cNvPr>
          <p:cNvSpPr/>
          <p:nvPr/>
        </p:nvSpPr>
        <p:spPr>
          <a:xfrm>
            <a:off x="5430982" y="960581"/>
            <a:ext cx="1330036" cy="133003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30A7D399-06D4-F4F5-9697-B3380C3059F0}"/>
              </a:ext>
            </a:extLst>
          </p:cNvPr>
          <p:cNvSpPr/>
          <p:nvPr/>
        </p:nvSpPr>
        <p:spPr>
          <a:xfrm>
            <a:off x="5430982" y="2669307"/>
            <a:ext cx="1330036" cy="133003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8BE53222-A036-0AC7-7CEC-3F75921D281D}"/>
              </a:ext>
            </a:extLst>
          </p:cNvPr>
          <p:cNvSpPr/>
          <p:nvPr/>
        </p:nvSpPr>
        <p:spPr>
          <a:xfrm>
            <a:off x="5430982" y="4378033"/>
            <a:ext cx="1330036" cy="133003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98B13E45-4D99-B1AA-9B89-F9AA9B7268D6}"/>
              </a:ext>
            </a:extLst>
          </p:cNvPr>
          <p:cNvSpPr/>
          <p:nvPr/>
        </p:nvSpPr>
        <p:spPr>
          <a:xfrm>
            <a:off x="7772398" y="1861125"/>
            <a:ext cx="1330036" cy="133003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7E81EF16-3476-F95B-4CBC-77D0A908A2F3}"/>
              </a:ext>
            </a:extLst>
          </p:cNvPr>
          <p:cNvSpPr/>
          <p:nvPr/>
        </p:nvSpPr>
        <p:spPr>
          <a:xfrm>
            <a:off x="7772398" y="3611414"/>
            <a:ext cx="1330036" cy="133003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3FE7C1C8-C85E-CBCC-65E6-2825904E10AB}"/>
              </a:ext>
            </a:extLst>
          </p:cNvPr>
          <p:cNvSpPr/>
          <p:nvPr/>
        </p:nvSpPr>
        <p:spPr>
          <a:xfrm>
            <a:off x="10141526" y="2697014"/>
            <a:ext cx="1330036" cy="133003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D41B6445-8CCE-8BD4-E0A8-879CCFD1F9D5}"/>
              </a:ext>
            </a:extLst>
          </p:cNvPr>
          <p:cNvCxnSpPr>
            <a:cxnSpLocks/>
            <a:stCxn id="44" idx="3"/>
            <a:endCxn id="45" idx="1"/>
          </p:cNvCxnSpPr>
          <p:nvPr/>
        </p:nvCxnSpPr>
        <p:spPr>
          <a:xfrm flipV="1">
            <a:off x="2013531" y="3392056"/>
            <a:ext cx="872833" cy="23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19474048-053B-22F8-77FF-34F2E58F1F5D}"/>
              </a:ext>
            </a:extLst>
          </p:cNvPr>
          <p:cNvCxnSpPr>
            <a:cxnSpLocks/>
            <a:stCxn id="45" idx="3"/>
            <a:endCxn id="46" idx="1"/>
          </p:cNvCxnSpPr>
          <p:nvPr/>
        </p:nvCxnSpPr>
        <p:spPr>
          <a:xfrm flipV="1">
            <a:off x="4585855" y="3392054"/>
            <a:ext cx="660400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A77DBA2C-6E14-7D43-5340-2C3DF278EC21}"/>
              </a:ext>
            </a:extLst>
          </p:cNvPr>
          <p:cNvCxnSpPr>
            <a:cxnSpLocks/>
            <a:stCxn id="46" idx="3"/>
            <a:endCxn id="47" idx="1"/>
          </p:cNvCxnSpPr>
          <p:nvPr/>
        </p:nvCxnSpPr>
        <p:spPr>
          <a:xfrm flipV="1">
            <a:off x="6945746" y="3387435"/>
            <a:ext cx="641924" cy="46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AFE97300-DE1B-1AAB-2E0B-08EFD75DB760}"/>
              </a:ext>
            </a:extLst>
          </p:cNvPr>
          <p:cNvCxnSpPr>
            <a:cxnSpLocks/>
            <a:stCxn id="47" idx="3"/>
            <a:endCxn id="48" idx="1"/>
          </p:cNvCxnSpPr>
          <p:nvPr/>
        </p:nvCxnSpPr>
        <p:spPr>
          <a:xfrm>
            <a:off x="9287161" y="3387435"/>
            <a:ext cx="669637" cy="23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06C8EF6F-663F-CFFC-343E-EE84EF7226B1}"/>
              </a:ext>
            </a:extLst>
          </p:cNvPr>
          <p:cNvSpPr txBox="1"/>
          <p:nvPr/>
        </p:nvSpPr>
        <p:spPr>
          <a:xfrm>
            <a:off x="5899143" y="28830"/>
            <a:ext cx="6135013" cy="8697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/>
              <a:t>Node</a:t>
            </a:r>
            <a:r>
              <a:rPr lang="ko-KR" altLang="en-US" dirty="0"/>
              <a:t>별로 연결 다 해주면 좋은데</a:t>
            </a:r>
            <a:r>
              <a:rPr lang="en-US" altLang="ko-KR" dirty="0"/>
              <a:t>,</a:t>
            </a:r>
            <a:r>
              <a:rPr lang="ko-KR" altLang="en-US" dirty="0"/>
              <a:t> 다 연결하기 너무 힘듦</a:t>
            </a:r>
            <a:r>
              <a:rPr lang="en-US" altLang="ko-KR" dirty="0"/>
              <a:t>.</a:t>
            </a:r>
          </a:p>
          <a:p>
            <a:pPr algn="ctr">
              <a:lnSpc>
                <a:spcPct val="150000"/>
              </a:lnSpc>
            </a:pPr>
            <a:r>
              <a:rPr lang="ko-KR" altLang="en-US" dirty="0"/>
              <a:t>네트워크 구조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Fully connected network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96EE24-9B99-307A-2D0D-B89AFB4375D0}"/>
              </a:ext>
            </a:extLst>
          </p:cNvPr>
          <p:cNvSpPr txBox="1"/>
          <p:nvPr/>
        </p:nvSpPr>
        <p:spPr>
          <a:xfrm>
            <a:off x="8552873" y="898620"/>
            <a:ext cx="3199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이렇게 그렸지만 다</a:t>
            </a:r>
            <a:r>
              <a:rPr lang="en-US" altLang="ko-KR" dirty="0"/>
              <a:t> </a:t>
            </a:r>
            <a:r>
              <a:rPr lang="ko-KR" altLang="en-US" dirty="0"/>
              <a:t>연결됐다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51C509-3DA6-F631-DC5F-6455B21A4FCD}"/>
              </a:ext>
            </a:extLst>
          </p:cNvPr>
          <p:cNvSpPr txBox="1"/>
          <p:nvPr/>
        </p:nvSpPr>
        <p:spPr>
          <a:xfrm>
            <a:off x="7587670" y="5347855"/>
            <a:ext cx="19579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Hidden</a:t>
            </a:r>
            <a:r>
              <a:rPr lang="ko-KR" altLang="en-US" dirty="0"/>
              <a:t> </a:t>
            </a:r>
            <a:r>
              <a:rPr lang="en-US" altLang="ko-KR" dirty="0"/>
              <a:t>layer 3</a:t>
            </a:r>
            <a:r>
              <a:rPr lang="ko-KR" altLang="en-US" dirty="0"/>
              <a:t>개</a:t>
            </a:r>
            <a:endParaRPr lang="en-US" altLang="ko-KR" dirty="0"/>
          </a:p>
          <a:p>
            <a:r>
              <a:rPr lang="en-US" altLang="ko-KR" dirty="0"/>
              <a:t>4 3 2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3930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F4EC5FE-32A0-F280-3ABC-2EC0AB9D9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166"/>
            <a:ext cx="12192000" cy="67896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F555F2-6D4D-ABF3-E170-1B20E9BB71F8}"/>
              </a:ext>
            </a:extLst>
          </p:cNvPr>
          <p:cNvSpPr txBox="1"/>
          <p:nvPr/>
        </p:nvSpPr>
        <p:spPr>
          <a:xfrm>
            <a:off x="6456218" y="3205018"/>
            <a:ext cx="2262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Edge</a:t>
            </a:r>
            <a:r>
              <a:rPr lang="ko-KR" altLang="en-US" dirty="0"/>
              <a:t>에 </a:t>
            </a:r>
            <a:r>
              <a:rPr lang="en-US" altLang="ko-KR" dirty="0"/>
              <a:t>weight </a:t>
            </a:r>
            <a:r>
              <a:rPr lang="ko-KR" altLang="en-US" dirty="0"/>
              <a:t>할당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3FBD2E-10F7-239F-D507-F3E7107D1C88}"/>
              </a:ext>
            </a:extLst>
          </p:cNvPr>
          <p:cNvSpPr txBox="1"/>
          <p:nvPr/>
        </p:nvSpPr>
        <p:spPr>
          <a:xfrm>
            <a:off x="4720245" y="3962400"/>
            <a:ext cx="7323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Linear</a:t>
            </a:r>
            <a:r>
              <a:rPr lang="ko-KR" altLang="en-US" dirty="0"/>
              <a:t> </a:t>
            </a:r>
            <a:r>
              <a:rPr lang="en-US" altLang="ko-KR" dirty="0"/>
              <a:t>regression</a:t>
            </a:r>
            <a:r>
              <a:rPr lang="ko-KR" altLang="en-US" dirty="0"/>
              <a:t>이랑 비슷한 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444969-4EDD-99BA-9EA5-EE0288F6DA14}"/>
              </a:ext>
            </a:extLst>
          </p:cNvPr>
          <p:cNvSpPr txBox="1"/>
          <p:nvPr/>
        </p:nvSpPr>
        <p:spPr>
          <a:xfrm>
            <a:off x="7499927" y="1228436"/>
            <a:ext cx="1128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여기도 </a:t>
            </a:r>
            <a:r>
              <a:rPr lang="en-US" altLang="ko-KR" dirty="0"/>
              <a:t>w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6408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1AF0F625-9629-049B-6B34-636E1021B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8443"/>
            <a:ext cx="12192000" cy="5201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493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6704DBF-85CF-BFD0-1C73-7D5FE434E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7652"/>
            <a:ext cx="12192000" cy="546269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C9BE74C-8FB2-9FB6-77E8-08FDB0A0FECD}"/>
              </a:ext>
            </a:extLst>
          </p:cNvPr>
          <p:cNvSpPr txBox="1"/>
          <p:nvPr/>
        </p:nvSpPr>
        <p:spPr>
          <a:xfrm>
            <a:off x="1062182" y="79432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디스크립터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9179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673E496-A18F-F98A-3102-700179BC4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7982"/>
            <a:ext cx="12192000" cy="488203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AFE5802-A465-9AB7-BAC0-76AA2726D4FB}"/>
              </a:ext>
            </a:extLst>
          </p:cNvPr>
          <p:cNvSpPr txBox="1"/>
          <p:nvPr/>
        </p:nvSpPr>
        <p:spPr>
          <a:xfrm>
            <a:off x="6096000" y="1265382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중간 요소로 묶음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9EC224-19DC-831C-A5C8-F14D9CB79AFA}"/>
              </a:ext>
            </a:extLst>
          </p:cNvPr>
          <p:cNvSpPr txBox="1"/>
          <p:nvPr/>
        </p:nvSpPr>
        <p:spPr>
          <a:xfrm>
            <a:off x="8155709" y="1182255"/>
            <a:ext cx="3363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묶으면 더 좋은 성능이 될 수도</a:t>
            </a:r>
          </a:p>
        </p:txBody>
      </p:sp>
    </p:spTree>
    <p:extLst>
      <p:ext uri="{BB962C8B-B14F-4D97-AF65-F5344CB8AC3E}">
        <p14:creationId xmlns:p14="http://schemas.microsoft.com/office/powerpoint/2010/main" val="2157711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63BF5CF-E58F-2D17-6BB2-520F6D82F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8974"/>
            <a:ext cx="12192000" cy="420005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809E890-FA70-EBCA-6CDA-CC92DA2EB0B3}"/>
              </a:ext>
            </a:extLst>
          </p:cNvPr>
          <p:cNvSpPr txBox="1"/>
          <p:nvPr/>
        </p:nvSpPr>
        <p:spPr>
          <a:xfrm>
            <a:off x="6456217" y="1099127"/>
            <a:ext cx="49502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Hidden</a:t>
            </a:r>
            <a:r>
              <a:rPr lang="ko-KR" altLang="en-US" dirty="0"/>
              <a:t> </a:t>
            </a:r>
            <a:r>
              <a:rPr lang="en-US" altLang="ko-KR" dirty="0"/>
              <a:t>layer</a:t>
            </a:r>
            <a:r>
              <a:rPr lang="ko-KR" altLang="en-US" dirty="0"/>
              <a:t>에서 정보를 묶어주면 의미 있는 그룹이 만들어지고 좀 더 나은 성능</a:t>
            </a:r>
          </a:p>
        </p:txBody>
      </p:sp>
    </p:spTree>
    <p:extLst>
      <p:ext uri="{BB962C8B-B14F-4D97-AF65-F5344CB8AC3E}">
        <p14:creationId xmlns:p14="http://schemas.microsoft.com/office/powerpoint/2010/main" val="1798153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A2F34CA-81C1-55D0-CAFB-2A88EC6CF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203" y="257728"/>
            <a:ext cx="10345594" cy="658269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325F72-0D9A-870A-7E1B-A92A28DBE46F}"/>
              </a:ext>
            </a:extLst>
          </p:cNvPr>
          <p:cNvSpPr txBox="1"/>
          <p:nvPr/>
        </p:nvSpPr>
        <p:spPr>
          <a:xfrm>
            <a:off x="1395125" y="-3882"/>
            <a:ext cx="9401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800" dirty="0"/>
              <a:t>Feed forward</a:t>
            </a:r>
            <a:endParaRPr lang="ko-KR" alt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35E31C-AA19-A6ED-0172-972A03CAE22C}"/>
              </a:ext>
            </a:extLst>
          </p:cNvPr>
          <p:cNvSpPr txBox="1"/>
          <p:nvPr/>
        </p:nvSpPr>
        <p:spPr>
          <a:xfrm>
            <a:off x="3509818" y="5421745"/>
            <a:ext cx="3041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머신러닝이</a:t>
            </a:r>
            <a:r>
              <a:rPr lang="ko-KR" altLang="en-US" dirty="0"/>
              <a:t> 하는 일</a:t>
            </a:r>
            <a:r>
              <a:rPr lang="en-US" altLang="ko-KR" dirty="0"/>
              <a:t>: w</a:t>
            </a:r>
            <a:r>
              <a:rPr lang="ko-KR" altLang="en-US" dirty="0"/>
              <a:t> 찾기</a:t>
            </a:r>
          </a:p>
        </p:txBody>
      </p:sp>
    </p:spTree>
    <p:extLst>
      <p:ext uri="{BB962C8B-B14F-4D97-AF65-F5344CB8AC3E}">
        <p14:creationId xmlns:p14="http://schemas.microsoft.com/office/powerpoint/2010/main" val="480085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1F507FC-0780-A727-6D27-485CAB68E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2454"/>
            <a:ext cx="12192000" cy="63730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6CD05A6-1EC1-CF03-4E61-A24AD01DE38B}"/>
              </a:ext>
            </a:extLst>
          </p:cNvPr>
          <p:cNvSpPr txBox="1"/>
          <p:nvPr/>
        </p:nvSpPr>
        <p:spPr>
          <a:xfrm>
            <a:off x="6096000" y="4729019"/>
            <a:ext cx="599875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결과에 에러 나면 다시 앞으로 가서 조정</a:t>
            </a:r>
            <a:r>
              <a:rPr lang="en-US" altLang="ko-KR" dirty="0"/>
              <a:t>. </a:t>
            </a:r>
            <a:r>
              <a:rPr lang="ko-KR" altLang="en-US" dirty="0"/>
              <a:t>에러 뒤로 전달</a:t>
            </a:r>
            <a:endParaRPr lang="en-US" altLang="ko-KR" dirty="0"/>
          </a:p>
          <a:p>
            <a:r>
              <a:rPr lang="en-US" altLang="ko-KR" dirty="0"/>
              <a:t>Linear</a:t>
            </a:r>
            <a:r>
              <a:rPr lang="ko-KR" altLang="en-US" dirty="0"/>
              <a:t> </a:t>
            </a:r>
            <a:r>
              <a:rPr lang="en-US" altLang="ko-KR" dirty="0"/>
              <a:t>regression</a:t>
            </a:r>
            <a:r>
              <a:rPr lang="ko-KR" altLang="en-US" dirty="0"/>
              <a:t>에서는 </a:t>
            </a:r>
            <a:r>
              <a:rPr lang="en-US" altLang="ko-KR" dirty="0"/>
              <a:t>w 0</a:t>
            </a:r>
            <a:r>
              <a:rPr lang="ko-KR" altLang="en-US" dirty="0"/>
              <a:t>으로 잡고 시작했는데</a:t>
            </a:r>
            <a:endParaRPr lang="en-US" altLang="ko-KR" dirty="0"/>
          </a:p>
          <a:p>
            <a:r>
              <a:rPr lang="ko-KR" altLang="en-US" dirty="0" err="1"/>
              <a:t>머신러닝은</a:t>
            </a:r>
            <a:r>
              <a:rPr lang="ko-KR" altLang="en-US" dirty="0"/>
              <a:t> 처음에 설정할 때 다 다른 값으로 해야 해서 </a:t>
            </a:r>
            <a:endParaRPr lang="en-US" altLang="ko-KR" dirty="0"/>
          </a:p>
          <a:p>
            <a:r>
              <a:rPr lang="en-US" altLang="ko-KR" dirty="0"/>
              <a:t>Random num</a:t>
            </a:r>
            <a:r>
              <a:rPr lang="ko-KR" altLang="en-US" dirty="0"/>
              <a:t>으로 초기화</a:t>
            </a:r>
          </a:p>
        </p:txBody>
      </p:sp>
    </p:spTree>
    <p:extLst>
      <p:ext uri="{BB962C8B-B14F-4D97-AF65-F5344CB8AC3E}">
        <p14:creationId xmlns:p14="http://schemas.microsoft.com/office/powerpoint/2010/main" val="657955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037B944-8483-96D4-8601-541F14486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4744"/>
            <a:ext cx="12192000" cy="650851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B11AD98-2748-45B5-1120-8BBBF9C91B2A}"/>
              </a:ext>
            </a:extLst>
          </p:cNvPr>
          <p:cNvSpPr txBox="1"/>
          <p:nvPr/>
        </p:nvSpPr>
        <p:spPr>
          <a:xfrm>
            <a:off x="8331201" y="1108363"/>
            <a:ext cx="28087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W </a:t>
            </a:r>
            <a:r>
              <a:rPr lang="ko-KR" altLang="en-US" dirty="0"/>
              <a:t>가 함수의 미분 값으로</a:t>
            </a:r>
            <a:endParaRPr lang="en-US" altLang="ko-KR" dirty="0"/>
          </a:p>
          <a:p>
            <a:r>
              <a:rPr lang="ko-KR" altLang="en-US" dirty="0"/>
              <a:t>수렴할 때까지 계속 돌림</a:t>
            </a:r>
          </a:p>
        </p:txBody>
      </p:sp>
    </p:spTree>
    <p:extLst>
      <p:ext uri="{BB962C8B-B14F-4D97-AF65-F5344CB8AC3E}">
        <p14:creationId xmlns:p14="http://schemas.microsoft.com/office/powerpoint/2010/main" val="39527515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C046E26-87EE-E328-85A4-309E0B503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3534"/>
            <a:ext cx="12192000" cy="479093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D33077D-AA5A-4B17-961B-BBE605A3D1B8}"/>
              </a:ext>
            </a:extLst>
          </p:cNvPr>
          <p:cNvSpPr txBox="1"/>
          <p:nvPr/>
        </p:nvSpPr>
        <p:spPr>
          <a:xfrm>
            <a:off x="1182255" y="1173018"/>
            <a:ext cx="2507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무작위 처음 에러 높음</a:t>
            </a:r>
          </a:p>
        </p:txBody>
      </p:sp>
    </p:spTree>
    <p:extLst>
      <p:ext uri="{BB962C8B-B14F-4D97-AF65-F5344CB8AC3E}">
        <p14:creationId xmlns:p14="http://schemas.microsoft.com/office/powerpoint/2010/main" val="333316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9B986B9-447B-F144-C70F-E0584C858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7135"/>
            <a:ext cx="12192000" cy="4803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5465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C24A931-5788-1F9A-FE65-56813391A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4269"/>
            <a:ext cx="12192000" cy="456946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0222DF-D447-EE7F-9A5C-C6DB801AA5E7}"/>
              </a:ext>
            </a:extLst>
          </p:cNvPr>
          <p:cNvSpPr txBox="1"/>
          <p:nvPr/>
        </p:nvSpPr>
        <p:spPr>
          <a:xfrm>
            <a:off x="2567709" y="1745673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점점 </a:t>
            </a:r>
            <a:r>
              <a:rPr lang="ko-KR" altLang="en-US" dirty="0" err="1"/>
              <a:t>갈거다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53039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A47FF-55F2-1411-6A7A-F3194B0F5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AB24BA1-7056-663B-EEEA-0BB200543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7395" y="1198889"/>
            <a:ext cx="8777210" cy="558476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E434250-DBB8-7DB5-2EDC-4CD39D3C2F5D}"/>
              </a:ext>
            </a:extLst>
          </p:cNvPr>
          <p:cNvSpPr txBox="1"/>
          <p:nvPr/>
        </p:nvSpPr>
        <p:spPr>
          <a:xfrm>
            <a:off x="7303573" y="912387"/>
            <a:ext cx="479682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각각의 </a:t>
            </a:r>
            <a:r>
              <a:rPr lang="en-US" altLang="ko-KR" dirty="0"/>
              <a:t>hidden node</a:t>
            </a:r>
            <a:r>
              <a:rPr lang="ko-KR" altLang="en-US" dirty="0"/>
              <a:t>는 </a:t>
            </a:r>
            <a:r>
              <a:rPr lang="en-US" altLang="ko-KR" dirty="0"/>
              <a:t>linear regression</a:t>
            </a:r>
          </a:p>
          <a:p>
            <a:endParaRPr lang="en-US" altLang="ko-KR" dirty="0"/>
          </a:p>
          <a:p>
            <a:r>
              <a:rPr lang="ko-KR" altLang="en-US" dirty="0"/>
              <a:t>동일한 </a:t>
            </a:r>
            <a:r>
              <a:rPr lang="en-US" altLang="ko-KR" dirty="0"/>
              <a:t>feature</a:t>
            </a:r>
            <a:r>
              <a:rPr lang="ko-KR" altLang="en-US" dirty="0"/>
              <a:t>에 서로 다른 </a:t>
            </a:r>
            <a:r>
              <a:rPr lang="en-US" altLang="ko-KR" dirty="0"/>
              <a:t>weight</a:t>
            </a:r>
            <a:r>
              <a:rPr lang="ko-KR" altLang="en-US" dirty="0"/>
              <a:t>를 적용한</a:t>
            </a:r>
            <a:br>
              <a:rPr lang="en-US" altLang="ko-KR" dirty="0"/>
            </a:br>
            <a:r>
              <a:rPr lang="ko-KR" altLang="en-US" dirty="0"/>
              <a:t>여러 개의 </a:t>
            </a:r>
            <a:r>
              <a:rPr lang="en-US" altLang="ko-KR" dirty="0"/>
              <a:t>linear regression</a:t>
            </a:r>
            <a:r>
              <a:rPr lang="ko-KR" altLang="en-US" dirty="0"/>
              <a:t>을 합친 결과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pPr algn="ctr"/>
            <a:r>
              <a:rPr lang="ko-KR" altLang="en-US" dirty="0" err="1"/>
              <a:t>차별점</a:t>
            </a:r>
            <a:r>
              <a:rPr lang="en-US" altLang="ko-KR" dirty="0"/>
              <a:t>: Activation function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3C5676-3A39-2760-3496-48A017114368}"/>
              </a:ext>
            </a:extLst>
          </p:cNvPr>
          <p:cNvSpPr txBox="1"/>
          <p:nvPr/>
        </p:nvSpPr>
        <p:spPr>
          <a:xfrm>
            <a:off x="147286" y="214233"/>
            <a:ext cx="9401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/>
              <a:t>ANN vs LR (linear regression, logistic regression)</a:t>
            </a:r>
            <a:endParaRPr lang="ko-KR" alt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1B3C71-20A8-2E84-293C-670A454891D3}"/>
              </a:ext>
            </a:extLst>
          </p:cNvPr>
          <p:cNvSpPr txBox="1"/>
          <p:nvPr/>
        </p:nvSpPr>
        <p:spPr>
          <a:xfrm>
            <a:off x="6967239" y="2656981"/>
            <a:ext cx="5163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합쳐진 값을 </a:t>
            </a:r>
            <a:r>
              <a:rPr lang="en-US" altLang="ko-KR" dirty="0"/>
              <a:t>0~1</a:t>
            </a:r>
            <a:r>
              <a:rPr lang="ko-KR" altLang="en-US" dirty="0"/>
              <a:t>사이로 바꾸는 </a:t>
            </a:r>
            <a:r>
              <a:rPr lang="ko-KR" altLang="en-US" dirty="0" err="1"/>
              <a:t>시그모이드</a:t>
            </a:r>
            <a:r>
              <a:rPr lang="ko-KR" altLang="en-US" dirty="0"/>
              <a:t> 처럼</a:t>
            </a:r>
          </a:p>
        </p:txBody>
      </p:sp>
    </p:spTree>
    <p:extLst>
      <p:ext uri="{BB962C8B-B14F-4D97-AF65-F5344CB8AC3E}">
        <p14:creationId xmlns:p14="http://schemas.microsoft.com/office/powerpoint/2010/main" val="2177785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7A5DBBEC-ABC8-39C3-10E0-3875776B8672}"/>
              </a:ext>
            </a:extLst>
          </p:cNvPr>
          <p:cNvGrpSpPr/>
          <p:nvPr/>
        </p:nvGrpSpPr>
        <p:grpSpPr>
          <a:xfrm>
            <a:off x="1772093" y="3749752"/>
            <a:ext cx="822251" cy="1885507"/>
            <a:chOff x="2048540" y="1601972"/>
            <a:chExt cx="822251" cy="1885507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DBD0069D-DAE4-E28A-5290-98B0B4873F18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35D58573-2A93-1396-DA90-89CBF01B0584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53F64810-A03C-7D4D-85E1-95F5EBC19DDF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6846D96F-2DE0-9905-436D-7AA9CABE9934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B9589184-4983-25F8-24EE-31B7CCF618F4}"/>
              </a:ext>
            </a:extLst>
          </p:cNvPr>
          <p:cNvSpPr txBox="1"/>
          <p:nvPr/>
        </p:nvSpPr>
        <p:spPr>
          <a:xfrm>
            <a:off x="623777" y="4276174"/>
            <a:ext cx="47160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dirty="0"/>
              <a:t>x</a:t>
            </a:r>
            <a:endParaRPr lang="ko-KR" altLang="en-US" sz="4800" dirty="0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01DDB6CC-3D16-8245-100F-72FF72BB5589}"/>
              </a:ext>
            </a:extLst>
          </p:cNvPr>
          <p:cNvCxnSpPr>
            <a:stCxn id="10" idx="3"/>
            <a:endCxn id="4" idx="1"/>
          </p:cNvCxnSpPr>
          <p:nvPr/>
        </p:nvCxnSpPr>
        <p:spPr>
          <a:xfrm>
            <a:off x="1095381" y="4691673"/>
            <a:ext cx="676712" cy="8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C5B7A9C-3898-E158-2969-72F4F67AEB6D}"/>
                  </a:ext>
                </a:extLst>
              </p:cNvPr>
              <p:cNvSpPr txBox="1"/>
              <p:nvPr/>
            </p:nvSpPr>
            <p:spPr>
              <a:xfrm>
                <a:off x="1826121" y="5635259"/>
                <a:ext cx="768223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4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C5B7A9C-3898-E158-2969-72F4F67AEB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6121" y="5635259"/>
                <a:ext cx="768223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47806C24-FABD-0553-E6F3-15689D92BA5C}"/>
              </a:ext>
            </a:extLst>
          </p:cNvPr>
          <p:cNvSpPr txBox="1"/>
          <p:nvPr/>
        </p:nvSpPr>
        <p:spPr>
          <a:xfrm>
            <a:off x="2527719" y="5850702"/>
            <a:ext cx="15650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Activation</a:t>
            </a:r>
            <a:endParaRPr lang="ko-KR" altLang="en-US" sz="2000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E53D8277-856C-641B-28D9-39A5D954EE53}"/>
              </a:ext>
            </a:extLst>
          </p:cNvPr>
          <p:cNvGrpSpPr/>
          <p:nvPr/>
        </p:nvGrpSpPr>
        <p:grpSpPr>
          <a:xfrm>
            <a:off x="2932455" y="3749752"/>
            <a:ext cx="822251" cy="1885507"/>
            <a:chOff x="2048540" y="1601972"/>
            <a:chExt cx="822251" cy="1885507"/>
          </a:xfrm>
        </p:grpSpPr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C6E0ABE5-D0DB-870B-0190-D1FD8B3944F7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A3730F05-FE5C-488E-366E-E3A583B79794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D61181B2-058E-D6D0-75DD-7636BBDB93AA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E10A3506-1A61-D5C3-CC4B-A048E815BA7A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D5842136-48EF-868F-71F4-6BBC912BC9D0}"/>
              </a:ext>
            </a:extLst>
          </p:cNvPr>
          <p:cNvGrpSpPr/>
          <p:nvPr/>
        </p:nvGrpSpPr>
        <p:grpSpPr>
          <a:xfrm>
            <a:off x="4696047" y="3748919"/>
            <a:ext cx="822251" cy="1885507"/>
            <a:chOff x="2048540" y="1601972"/>
            <a:chExt cx="822251" cy="1885507"/>
          </a:xfrm>
        </p:grpSpPr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CED8D4F0-5319-1C6E-770D-0263FE342AA4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CEB3F186-9E10-8B62-4CAB-D92379FC96D3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19BE62E6-5C50-B6B4-8F1F-C8576A391355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0BCF47D3-BE9D-53FE-5ED5-910967D300AF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EDC1191D-8BF8-70B1-4B46-4622ECB515DB}"/>
              </a:ext>
            </a:extLst>
          </p:cNvPr>
          <p:cNvGrpSpPr/>
          <p:nvPr/>
        </p:nvGrpSpPr>
        <p:grpSpPr>
          <a:xfrm>
            <a:off x="5856409" y="3748919"/>
            <a:ext cx="822251" cy="1885507"/>
            <a:chOff x="2048540" y="1601972"/>
            <a:chExt cx="822251" cy="1885507"/>
          </a:xfrm>
        </p:grpSpPr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B4BDCBD1-318D-7D32-81B6-5EEBB765F5B3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99624FEB-8B72-0F07-A527-05C8AE81979E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556D9963-1465-5180-DC7C-8DBE71F930F1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7A59748D-5268-75CB-B8B4-BAA490F01188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E7124DDB-036C-0263-756E-E729E6F581AB}"/>
              </a:ext>
            </a:extLst>
          </p:cNvPr>
          <p:cNvGrpSpPr/>
          <p:nvPr/>
        </p:nvGrpSpPr>
        <p:grpSpPr>
          <a:xfrm>
            <a:off x="7620001" y="3740998"/>
            <a:ext cx="822251" cy="1885507"/>
            <a:chOff x="2048540" y="1601972"/>
            <a:chExt cx="822251" cy="1885507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CA69DC20-5778-D88D-BB8F-56CFC157B9BD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7708B6AF-A690-C7D3-9E99-419E27B200D1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39953D54-7CBF-5E97-85FA-20A34D2A8D31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BA621B1A-CC21-1AD6-CFE2-7BAC11EA5960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B689ACDB-66AA-0172-C4B4-148631B79C8C}"/>
              </a:ext>
            </a:extLst>
          </p:cNvPr>
          <p:cNvGrpSpPr/>
          <p:nvPr/>
        </p:nvGrpSpPr>
        <p:grpSpPr>
          <a:xfrm>
            <a:off x="8780363" y="3740998"/>
            <a:ext cx="822251" cy="1885507"/>
            <a:chOff x="2048540" y="1601972"/>
            <a:chExt cx="822251" cy="1885507"/>
          </a:xfrm>
        </p:grpSpPr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13C897AC-F30E-71A4-9135-0DFB6F772186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52CF47C7-EDE6-E308-2E9D-31E070071121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0641B217-67A1-0871-9D62-AD55D7811A2A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354E4E41-D7BC-96D1-686A-3787D9BBD2C9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763C98AC-071D-B7AE-C992-38280500C837}"/>
              </a:ext>
            </a:extLst>
          </p:cNvPr>
          <p:cNvSpPr txBox="1"/>
          <p:nvPr/>
        </p:nvSpPr>
        <p:spPr>
          <a:xfrm>
            <a:off x="10962167" y="4276174"/>
            <a:ext cx="5309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dirty="0"/>
              <a:t>Y</a:t>
            </a:r>
            <a:endParaRPr lang="ko-KR" altLang="en-US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59F2E31-3C10-1736-ECF5-D521B84BB2AD}"/>
                  </a:ext>
                </a:extLst>
              </p:cNvPr>
              <p:cNvSpPr txBox="1"/>
              <p:nvPr/>
            </p:nvSpPr>
            <p:spPr>
              <a:xfrm>
                <a:off x="4734203" y="5663914"/>
                <a:ext cx="780085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40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59F2E31-3C10-1736-ECF5-D521B84BB2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4203" y="5663914"/>
                <a:ext cx="780085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654EB63F-E245-A8A3-F401-435303AB6D3F}"/>
              </a:ext>
            </a:extLst>
          </p:cNvPr>
          <p:cNvSpPr txBox="1"/>
          <p:nvPr/>
        </p:nvSpPr>
        <p:spPr>
          <a:xfrm>
            <a:off x="5435801" y="5879357"/>
            <a:ext cx="15650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Activation</a:t>
            </a:r>
            <a:endParaRPr lang="ko-KR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B14D160-6051-BA15-7BE8-9832F59BB77F}"/>
                  </a:ext>
                </a:extLst>
              </p:cNvPr>
              <p:cNvSpPr txBox="1"/>
              <p:nvPr/>
            </p:nvSpPr>
            <p:spPr>
              <a:xfrm>
                <a:off x="7718088" y="5673147"/>
                <a:ext cx="780085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40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B14D160-6051-BA15-7BE8-9832F59BB7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8088" y="5673147"/>
                <a:ext cx="780085" cy="6155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>
            <a:extLst>
              <a:ext uri="{FF2B5EF4-FFF2-40B4-BE49-F238E27FC236}">
                <a16:creationId xmlns:a16="http://schemas.microsoft.com/office/drawing/2014/main" id="{0CBAFFB9-8420-1304-A984-5412C3BAF780}"/>
              </a:ext>
            </a:extLst>
          </p:cNvPr>
          <p:cNvSpPr txBox="1"/>
          <p:nvPr/>
        </p:nvSpPr>
        <p:spPr>
          <a:xfrm>
            <a:off x="8419686" y="5888590"/>
            <a:ext cx="15650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Activation</a:t>
            </a:r>
            <a:endParaRPr lang="ko-KR" altLang="en-US" sz="2000" dirty="0"/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B5D6B973-ED3F-D7C9-9A57-2E123C1CCC8D}"/>
              </a:ext>
            </a:extLst>
          </p:cNvPr>
          <p:cNvCxnSpPr>
            <a:cxnSpLocks/>
            <a:stCxn id="25" idx="3"/>
            <a:endCxn id="35" idx="1"/>
          </p:cNvCxnSpPr>
          <p:nvPr/>
        </p:nvCxnSpPr>
        <p:spPr>
          <a:xfrm flipV="1">
            <a:off x="3754706" y="4691673"/>
            <a:ext cx="941341" cy="8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947C6615-FFFD-8E15-769D-519BF0E43FD4}"/>
              </a:ext>
            </a:extLst>
          </p:cNvPr>
          <p:cNvCxnSpPr>
            <a:cxnSpLocks/>
            <a:stCxn id="40" idx="3"/>
            <a:endCxn id="45" idx="1"/>
          </p:cNvCxnSpPr>
          <p:nvPr/>
        </p:nvCxnSpPr>
        <p:spPr>
          <a:xfrm flipV="1">
            <a:off x="6678660" y="4683752"/>
            <a:ext cx="941341" cy="79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34F4CFCF-2FC3-DDDD-881F-920751CE32E6}"/>
              </a:ext>
            </a:extLst>
          </p:cNvPr>
          <p:cNvCxnSpPr>
            <a:cxnSpLocks/>
            <a:stCxn id="50" idx="3"/>
            <a:endCxn id="54" idx="1"/>
          </p:cNvCxnSpPr>
          <p:nvPr/>
        </p:nvCxnSpPr>
        <p:spPr>
          <a:xfrm>
            <a:off x="9602614" y="4683752"/>
            <a:ext cx="1359553" cy="79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6BD757E0-527B-B7FE-3BE2-2C0716CA8D90}"/>
              </a:ext>
            </a:extLst>
          </p:cNvPr>
          <p:cNvSpPr txBox="1"/>
          <p:nvPr/>
        </p:nvSpPr>
        <p:spPr>
          <a:xfrm>
            <a:off x="772634" y="2780801"/>
            <a:ext cx="32521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Hidden layer1</a:t>
            </a:r>
          </a:p>
          <a:p>
            <a:pPr algn="ctr"/>
            <a:r>
              <a:rPr lang="en-US" altLang="ko-KR" sz="2000" dirty="0"/>
              <a:t>(hidden node </a:t>
            </a:r>
            <a:r>
              <a:rPr lang="ko-KR" altLang="en-US" sz="2000" dirty="0"/>
              <a:t>개수</a:t>
            </a:r>
            <a:r>
              <a:rPr lang="en-US" altLang="ko-KR" sz="2000" dirty="0"/>
              <a:t>: 1024)</a:t>
            </a:r>
            <a:endParaRPr lang="ko-KR" altLang="en-US" sz="20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218C4E5-44D2-9E88-1A66-2E672D0006BE}"/>
              </a:ext>
            </a:extLst>
          </p:cNvPr>
          <p:cNvSpPr txBox="1"/>
          <p:nvPr/>
        </p:nvSpPr>
        <p:spPr>
          <a:xfrm>
            <a:off x="4252197" y="2762339"/>
            <a:ext cx="29276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Hidden layer2</a:t>
            </a:r>
          </a:p>
          <a:p>
            <a:pPr algn="ctr"/>
            <a:r>
              <a:rPr lang="en-US" altLang="ko-KR" sz="2000" dirty="0"/>
              <a:t>(hidden node </a:t>
            </a:r>
            <a:r>
              <a:rPr lang="ko-KR" altLang="en-US" sz="2000" dirty="0"/>
              <a:t>개수</a:t>
            </a:r>
            <a:r>
              <a:rPr lang="en-US" altLang="ko-KR" sz="2000" dirty="0"/>
              <a:t>: 512)</a:t>
            </a:r>
            <a:endParaRPr lang="ko-KR" altLang="en-US" sz="20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47B6EA2-6CAB-3736-2DFB-C3EB1B48A9B9}"/>
              </a:ext>
            </a:extLst>
          </p:cNvPr>
          <p:cNvSpPr txBox="1"/>
          <p:nvPr/>
        </p:nvSpPr>
        <p:spPr>
          <a:xfrm>
            <a:off x="7509301" y="2723381"/>
            <a:ext cx="30240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Hidden layer3</a:t>
            </a:r>
          </a:p>
          <a:p>
            <a:pPr algn="ctr"/>
            <a:r>
              <a:rPr lang="en-US" altLang="ko-KR" sz="2000" dirty="0"/>
              <a:t>(hidden node </a:t>
            </a:r>
            <a:r>
              <a:rPr lang="ko-KR" altLang="en-US" sz="2000" dirty="0"/>
              <a:t>개수</a:t>
            </a:r>
            <a:r>
              <a:rPr lang="en-US" altLang="ko-KR" sz="2000" dirty="0"/>
              <a:t>: 256)</a:t>
            </a:r>
            <a:endParaRPr lang="ko-KR" altLang="en-US" sz="20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0F4F7C5-0C1F-3AFA-F526-AAB31F68858C}"/>
              </a:ext>
            </a:extLst>
          </p:cNvPr>
          <p:cNvSpPr txBox="1"/>
          <p:nvPr/>
        </p:nvSpPr>
        <p:spPr>
          <a:xfrm>
            <a:off x="38620" y="5107171"/>
            <a:ext cx="16700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Input</a:t>
            </a:r>
            <a:r>
              <a:rPr lang="ko-KR" altLang="en-US" sz="2000" dirty="0"/>
              <a:t> </a:t>
            </a:r>
            <a:r>
              <a:rPr lang="en-US" altLang="ko-KR" sz="2000" dirty="0"/>
              <a:t>layer</a:t>
            </a:r>
          </a:p>
          <a:p>
            <a:pPr algn="ctr"/>
            <a:r>
              <a:rPr lang="en-US" altLang="ko-KR" sz="2000" dirty="0"/>
              <a:t>(feature size: 1024)</a:t>
            </a:r>
            <a:endParaRPr lang="ko-KR" altLang="en-US" sz="20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21D4FE2-2F51-E656-501C-D1C7564F4FE2}"/>
              </a:ext>
            </a:extLst>
          </p:cNvPr>
          <p:cNvSpPr txBox="1"/>
          <p:nvPr/>
        </p:nvSpPr>
        <p:spPr>
          <a:xfrm>
            <a:off x="10391553" y="5131535"/>
            <a:ext cx="16700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Output</a:t>
            </a:r>
            <a:r>
              <a:rPr lang="ko-KR" altLang="en-US" sz="2000" dirty="0"/>
              <a:t> </a:t>
            </a:r>
            <a:r>
              <a:rPr lang="en-US" altLang="ko-KR" sz="2000" dirty="0"/>
              <a:t>layer</a:t>
            </a:r>
            <a:endParaRPr lang="ko-KR" altLang="en-US" sz="20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E69AF02-72DC-F107-EADF-ED4BA47706E5}"/>
              </a:ext>
            </a:extLst>
          </p:cNvPr>
          <p:cNvSpPr txBox="1"/>
          <p:nvPr/>
        </p:nvSpPr>
        <p:spPr>
          <a:xfrm>
            <a:off x="147286" y="214233"/>
            <a:ext cx="9401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/>
              <a:t>ANN </a:t>
            </a:r>
            <a:r>
              <a:rPr lang="ko-KR" altLang="en-US" sz="2800" dirty="0"/>
              <a:t>구조를 조금 더 단순화 시킨 표현 방법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B5D595D-09C7-AC43-A133-DC874B1B4B24}"/>
              </a:ext>
            </a:extLst>
          </p:cNvPr>
          <p:cNvSpPr txBox="1"/>
          <p:nvPr/>
        </p:nvSpPr>
        <p:spPr>
          <a:xfrm>
            <a:off x="290623" y="798974"/>
            <a:ext cx="11837485" cy="128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Hidden node </a:t>
            </a:r>
            <a:r>
              <a:rPr lang="ko-KR" altLang="en-US" dirty="0"/>
              <a:t>개수는 어떻게 설정하든 상관없지만</a:t>
            </a:r>
            <a:r>
              <a:rPr lang="en-US" altLang="ko-KR" dirty="0"/>
              <a:t>… 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보통 </a:t>
            </a:r>
            <a:r>
              <a:rPr lang="en-US" altLang="ko-KR" dirty="0"/>
              <a:t>hidden layer 1</a:t>
            </a:r>
            <a:r>
              <a:rPr lang="ko-KR" altLang="en-US" dirty="0"/>
              <a:t>의 개수는 </a:t>
            </a:r>
            <a:r>
              <a:rPr lang="en-US" altLang="ko-KR" dirty="0"/>
              <a:t>input feature</a:t>
            </a:r>
            <a:r>
              <a:rPr lang="ko-KR" altLang="en-US" dirty="0"/>
              <a:t>와 동일하게 설정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Hidden layer2</a:t>
            </a:r>
            <a:r>
              <a:rPr lang="ko-KR" altLang="en-US" dirty="0"/>
              <a:t>는 </a:t>
            </a:r>
            <a:r>
              <a:rPr lang="en-US" altLang="ko-KR" dirty="0"/>
              <a:t>hidden layer1</a:t>
            </a:r>
            <a:r>
              <a:rPr lang="ko-KR" altLang="en-US" dirty="0"/>
              <a:t> </a:t>
            </a:r>
            <a:r>
              <a:rPr lang="en-US" altLang="ko-KR" dirty="0"/>
              <a:t>node</a:t>
            </a:r>
            <a:r>
              <a:rPr lang="ko-KR" altLang="en-US" dirty="0"/>
              <a:t> 개수의 절반</a:t>
            </a:r>
            <a:r>
              <a:rPr lang="en-US" altLang="ko-KR" dirty="0"/>
              <a:t>, hidden layer 3</a:t>
            </a:r>
            <a:r>
              <a:rPr lang="ko-KR" altLang="en-US" dirty="0"/>
              <a:t>는 </a:t>
            </a:r>
            <a:r>
              <a:rPr lang="en-US" altLang="ko-KR" dirty="0"/>
              <a:t>hidden layer 2</a:t>
            </a:r>
            <a:r>
              <a:rPr lang="ko-KR" altLang="en-US" dirty="0"/>
              <a:t>의 절반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E125E3-84DC-0291-C8ED-74452A184834}"/>
              </a:ext>
            </a:extLst>
          </p:cNvPr>
          <p:cNvSpPr txBox="1"/>
          <p:nvPr/>
        </p:nvSpPr>
        <p:spPr>
          <a:xfrm>
            <a:off x="3149600" y="6250812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function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FD704C-ECFC-1BE9-AA7D-6879C92660FD}"/>
              </a:ext>
            </a:extLst>
          </p:cNvPr>
          <p:cNvSpPr txBox="1"/>
          <p:nvPr/>
        </p:nvSpPr>
        <p:spPr>
          <a:xfrm>
            <a:off x="859579" y="2389871"/>
            <a:ext cx="830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개수도 중요</a:t>
            </a:r>
            <a:r>
              <a:rPr lang="en-US" altLang="ko-KR" dirty="0"/>
              <a:t>. </a:t>
            </a:r>
            <a:r>
              <a:rPr lang="ko-KR" altLang="en-US" dirty="0"/>
              <a:t>대부분 </a:t>
            </a:r>
            <a:r>
              <a:rPr lang="en-US" altLang="ko-KR" dirty="0"/>
              <a:t>input</a:t>
            </a:r>
            <a:r>
              <a:rPr lang="ko-KR" altLang="en-US" dirty="0"/>
              <a:t>랑 같은 수 </a:t>
            </a:r>
            <a:r>
              <a:rPr lang="en-US" altLang="ko-KR" dirty="0"/>
              <a:t>-&gt; </a:t>
            </a:r>
            <a:r>
              <a:rPr lang="ko-KR" altLang="en-US" dirty="0"/>
              <a:t>절반 </a:t>
            </a:r>
            <a:r>
              <a:rPr lang="en-US" altLang="ko-KR" dirty="0"/>
              <a:t>-&gt; </a:t>
            </a:r>
            <a:r>
              <a:rPr lang="ko-KR" altLang="en-US" dirty="0"/>
              <a:t>절반</a:t>
            </a:r>
            <a:r>
              <a:rPr lang="en-US" altLang="ko-KR" dirty="0"/>
              <a:t>. </a:t>
            </a:r>
            <a:r>
              <a:rPr lang="ko-KR" altLang="en-US" dirty="0"/>
              <a:t>주로 </a:t>
            </a:r>
            <a:r>
              <a:rPr lang="en-US" altLang="ko-KR" dirty="0"/>
              <a:t>2</a:t>
            </a:r>
            <a:r>
              <a:rPr lang="ko-KR" altLang="en-US" dirty="0"/>
              <a:t>의 </a:t>
            </a:r>
            <a:r>
              <a:rPr lang="ko-KR" altLang="en-US" dirty="0" err="1"/>
              <a:t>몇승으로</a:t>
            </a:r>
            <a:r>
              <a:rPr lang="ko-KR" altLang="en-US" dirty="0"/>
              <a:t> 정의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C0E8A8-216F-DCAA-D346-9500DCA628F7}"/>
              </a:ext>
            </a:extLst>
          </p:cNvPr>
          <p:cNvSpPr txBox="1"/>
          <p:nvPr/>
        </p:nvSpPr>
        <p:spPr>
          <a:xfrm>
            <a:off x="7179809" y="260874"/>
            <a:ext cx="50867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Weight</a:t>
            </a:r>
            <a:r>
              <a:rPr lang="ko-KR" altLang="en-US" dirty="0"/>
              <a:t> </a:t>
            </a:r>
            <a:r>
              <a:rPr lang="en-US" altLang="ko-KR" dirty="0"/>
              <a:t>= parameter = </a:t>
            </a:r>
            <a:r>
              <a:rPr lang="en-US" altLang="ko-KR" dirty="0" err="1"/>
              <a:t>coeffitient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Hyper parameter </a:t>
            </a:r>
            <a:r>
              <a:rPr lang="ko-KR" altLang="en-US" dirty="0" err="1"/>
              <a:t>히든</a:t>
            </a:r>
            <a:r>
              <a:rPr lang="ko-KR" altLang="en-US" dirty="0"/>
              <a:t> 노드 개수</a:t>
            </a:r>
            <a:r>
              <a:rPr lang="en-US" altLang="ko-KR" dirty="0"/>
              <a:t>, weight</a:t>
            </a:r>
            <a:r>
              <a:rPr lang="ko-KR" altLang="en-US" dirty="0"/>
              <a:t> 개수</a:t>
            </a:r>
            <a:r>
              <a:rPr lang="en-US" altLang="ko-KR" dirty="0"/>
              <a:t>, running</a:t>
            </a:r>
            <a:r>
              <a:rPr lang="ko-KR" altLang="en-US" dirty="0"/>
              <a:t> </a:t>
            </a:r>
            <a:r>
              <a:rPr lang="en-US" altLang="ko-KR" dirty="0"/>
              <a:t>rate </a:t>
            </a:r>
            <a:r>
              <a:rPr lang="ko-KR" altLang="en-US" dirty="0"/>
              <a:t>등 </a:t>
            </a:r>
            <a:r>
              <a:rPr lang="en-US" altLang="ko-KR" dirty="0"/>
              <a:t>weight</a:t>
            </a:r>
            <a:r>
              <a:rPr lang="ko-KR" altLang="en-US" dirty="0"/>
              <a:t>에 영향을 미치는 모든 요소</a:t>
            </a:r>
          </a:p>
        </p:txBody>
      </p:sp>
    </p:spTree>
    <p:extLst>
      <p:ext uri="{BB962C8B-B14F-4D97-AF65-F5344CB8AC3E}">
        <p14:creationId xmlns:p14="http://schemas.microsoft.com/office/powerpoint/2010/main" val="23333347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BB192-A732-A447-AF95-F0EF44A4B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612E0FC-A531-9FD7-369A-7CB7FBEED5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658" y="3859036"/>
            <a:ext cx="4691912" cy="29324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73C0583-94A1-1DB9-3F6E-ABA983BC9747}"/>
                  </a:ext>
                </a:extLst>
              </p:cNvPr>
              <p:cNvSpPr txBox="1"/>
              <p:nvPr/>
            </p:nvSpPr>
            <p:spPr>
              <a:xfrm>
                <a:off x="3582840" y="2711578"/>
                <a:ext cx="4122578" cy="9320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2800" dirty="0"/>
                  <a:t>Activation</a:t>
                </a:r>
                <a:r>
                  <a:rPr lang="en-US" altLang="ko-KR" sz="2800" b="0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28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ko-KR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8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ko-KR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sz="28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den>
                    </m:f>
                    <m:r>
                      <a:rPr lang="en-US" altLang="ko-KR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ko-KR" sz="2800" b="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73C0583-94A1-1DB9-3F6E-ABA983BC97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2840" y="2711578"/>
                <a:ext cx="4122578" cy="932050"/>
              </a:xfrm>
              <a:prstGeom prst="rect">
                <a:avLst/>
              </a:prstGeom>
              <a:blipFill>
                <a:blip r:embed="rId3"/>
                <a:stretch>
                  <a:fillRect b="-65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A0E549D-5837-0492-FE15-E8D0130D33E0}"/>
              </a:ext>
            </a:extLst>
          </p:cNvPr>
          <p:cNvSpPr txBox="1"/>
          <p:nvPr/>
        </p:nvSpPr>
        <p:spPr>
          <a:xfrm>
            <a:off x="7151388" y="3086491"/>
            <a:ext cx="35028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(sigmoid </a:t>
            </a:r>
            <a:r>
              <a:rPr lang="ko-K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외에 여러가지 있음</a:t>
            </a: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ko-KR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864A17-490E-859B-3517-F23050AF6F67}"/>
              </a:ext>
            </a:extLst>
          </p:cNvPr>
          <p:cNvSpPr txBox="1"/>
          <p:nvPr/>
        </p:nvSpPr>
        <p:spPr>
          <a:xfrm>
            <a:off x="91492" y="81192"/>
            <a:ext cx="6526146" cy="14198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아래 구조는 </a:t>
            </a: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Logistic regression</a:t>
            </a:r>
            <a:r>
              <a:rPr lang="ko-K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과 동일</a:t>
            </a: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초기 인공신경망은 매우 단순</a:t>
            </a: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: perceptron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Hidden layer</a:t>
            </a:r>
            <a:r>
              <a:rPr lang="ko-K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가 여러 개</a:t>
            </a: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: multi-layer perceptron (MLP)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FC5AA4-A4E1-6500-8BE7-187C0476D310}"/>
              </a:ext>
            </a:extLst>
          </p:cNvPr>
          <p:cNvSpPr txBox="1"/>
          <p:nvPr/>
        </p:nvSpPr>
        <p:spPr>
          <a:xfrm>
            <a:off x="6797533" y="629483"/>
            <a:ext cx="5394467" cy="87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800" dirty="0">
                <a:latin typeface="Arial" panose="020B0604020202020204" pitchFamily="34" charset="0"/>
                <a:cs typeface="Arial" panose="020B0604020202020204" pitchFamily="34" charset="0"/>
              </a:rPr>
              <a:t>* </a:t>
            </a:r>
            <a:r>
              <a:rPr lang="ko-KR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용어 혼동 주의</a:t>
            </a:r>
            <a:r>
              <a:rPr lang="en-US" altLang="ko-KR" sz="1800" dirty="0">
                <a:latin typeface="Arial" panose="020B0604020202020204" pitchFamily="34" charset="0"/>
                <a:cs typeface="Arial" panose="020B0604020202020204" pitchFamily="34" charset="0"/>
              </a:rPr>
              <a:t>: multiple linear regression (MLR)</a:t>
            </a:r>
            <a:br>
              <a:rPr lang="en-US" altLang="ko-KR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1800" dirty="0">
                <a:latin typeface="Arial" panose="020B0604020202020204" pitchFamily="34" charset="0"/>
                <a:cs typeface="Arial" panose="020B0604020202020204" pitchFamily="34" charset="0"/>
              </a:rPr>
              <a:t>MLR: feature</a:t>
            </a:r>
            <a:r>
              <a:rPr lang="ko-KR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가 여러 개인 </a:t>
            </a:r>
            <a:r>
              <a:rPr lang="en-US" altLang="ko-KR" sz="1800" dirty="0">
                <a:latin typeface="Arial" panose="020B0604020202020204" pitchFamily="34" charset="0"/>
                <a:cs typeface="Arial" panose="020B0604020202020204" pitchFamily="34" charset="0"/>
              </a:rPr>
              <a:t>linear regression model</a:t>
            </a: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98AC74D5-690F-2962-7A4B-2D129CFEF12C}"/>
              </a:ext>
            </a:extLst>
          </p:cNvPr>
          <p:cNvSpPr/>
          <p:nvPr/>
        </p:nvSpPr>
        <p:spPr>
          <a:xfrm>
            <a:off x="2971008" y="2231851"/>
            <a:ext cx="767114" cy="76711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b</a:t>
            </a:r>
            <a:endParaRPr lang="ko-KR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89B1EC7-F6A3-4A84-4514-B5E22C36849A}"/>
                  </a:ext>
                </a:extLst>
              </p:cNvPr>
              <p:cNvSpPr txBox="1"/>
              <p:nvPr/>
            </p:nvSpPr>
            <p:spPr>
              <a:xfrm>
                <a:off x="1664440" y="1783869"/>
                <a:ext cx="47275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89B1EC7-F6A3-4A84-4514-B5E22C3684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440" y="1783869"/>
                <a:ext cx="472758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77A3A67-91E4-CC9E-ADE9-D00D2879F3CD}"/>
                  </a:ext>
                </a:extLst>
              </p:cNvPr>
              <p:cNvSpPr txBox="1"/>
              <p:nvPr/>
            </p:nvSpPr>
            <p:spPr>
              <a:xfrm>
                <a:off x="1674823" y="2390991"/>
                <a:ext cx="48102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77A3A67-91E4-CC9E-ADE9-D00D2879F3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4823" y="2390991"/>
                <a:ext cx="481029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7247AB0-9C7A-0275-B910-3FAB76D043BA}"/>
                  </a:ext>
                </a:extLst>
              </p:cNvPr>
              <p:cNvSpPr txBox="1"/>
              <p:nvPr/>
            </p:nvSpPr>
            <p:spPr>
              <a:xfrm>
                <a:off x="1664439" y="2998113"/>
                <a:ext cx="48102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7247AB0-9C7A-0275-B910-3FAB76D043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439" y="2998113"/>
                <a:ext cx="481029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9104EE77-5227-47C5-DCE5-5E8AAF41D17D}"/>
              </a:ext>
            </a:extLst>
          </p:cNvPr>
          <p:cNvCxnSpPr>
            <a:stCxn id="10" idx="3"/>
            <a:endCxn id="3" idx="2"/>
          </p:cNvCxnSpPr>
          <p:nvPr/>
        </p:nvCxnSpPr>
        <p:spPr>
          <a:xfrm>
            <a:off x="2137198" y="1999313"/>
            <a:ext cx="833810" cy="6160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8192389A-F069-1A7F-E002-B11C71C28C46}"/>
              </a:ext>
            </a:extLst>
          </p:cNvPr>
          <p:cNvCxnSpPr>
            <a:cxnSpLocks/>
            <a:stCxn id="11" idx="3"/>
            <a:endCxn id="3" idx="2"/>
          </p:cNvCxnSpPr>
          <p:nvPr/>
        </p:nvCxnSpPr>
        <p:spPr>
          <a:xfrm>
            <a:off x="2155852" y="2606435"/>
            <a:ext cx="815156" cy="89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F02BF7E7-D105-0620-D5A6-76A89E20874C}"/>
              </a:ext>
            </a:extLst>
          </p:cNvPr>
          <p:cNvCxnSpPr>
            <a:cxnSpLocks/>
            <a:stCxn id="12" idx="3"/>
            <a:endCxn id="3" idx="2"/>
          </p:cNvCxnSpPr>
          <p:nvPr/>
        </p:nvCxnSpPr>
        <p:spPr>
          <a:xfrm flipV="1">
            <a:off x="2145468" y="2615408"/>
            <a:ext cx="825540" cy="5981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26697FF-D50E-20D5-4710-DE77EF2653A4}"/>
                  </a:ext>
                </a:extLst>
              </p:cNvPr>
              <p:cNvSpPr txBox="1"/>
              <p:nvPr/>
            </p:nvSpPr>
            <p:spPr>
              <a:xfrm>
                <a:off x="2455082" y="1862625"/>
                <a:ext cx="3459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26697FF-D50E-20D5-4710-DE77EF265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5082" y="1862625"/>
                <a:ext cx="345992" cy="276999"/>
              </a:xfrm>
              <a:prstGeom prst="rect">
                <a:avLst/>
              </a:prstGeom>
              <a:blipFill>
                <a:blip r:embed="rId7"/>
                <a:stretch>
                  <a:fillRect l="-5357" r="-3571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231F18E-78F0-96E8-E63C-B5FD7C6E2C15}"/>
                  </a:ext>
                </a:extLst>
              </p:cNvPr>
              <p:cNvSpPr txBox="1"/>
              <p:nvPr/>
            </p:nvSpPr>
            <p:spPr>
              <a:xfrm>
                <a:off x="2385684" y="2334733"/>
                <a:ext cx="35131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231F18E-78F0-96E8-E63C-B5FD7C6E2C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5684" y="2334733"/>
                <a:ext cx="351315" cy="276999"/>
              </a:xfrm>
              <a:prstGeom prst="rect">
                <a:avLst/>
              </a:prstGeom>
              <a:blipFill>
                <a:blip r:embed="rId8"/>
                <a:stretch>
                  <a:fillRect l="-5172" r="-1724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A1F475D-47BF-00C4-9DA2-DD1A6BEBB6EF}"/>
                  </a:ext>
                </a:extLst>
              </p:cNvPr>
              <p:cNvSpPr txBox="1"/>
              <p:nvPr/>
            </p:nvSpPr>
            <p:spPr>
              <a:xfrm>
                <a:off x="2405985" y="2947992"/>
                <a:ext cx="35131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A1F475D-47BF-00C4-9DA2-DD1A6BEBB6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985" y="2947992"/>
                <a:ext cx="351315" cy="276999"/>
              </a:xfrm>
              <a:prstGeom prst="rect">
                <a:avLst/>
              </a:prstGeom>
              <a:blipFill>
                <a:blip r:embed="rId9"/>
                <a:stretch>
                  <a:fillRect l="-5263" r="-3509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F4B3049-2BAA-6140-7A00-726BF9411DD2}"/>
                  </a:ext>
                </a:extLst>
              </p:cNvPr>
              <p:cNvSpPr txBox="1"/>
              <p:nvPr/>
            </p:nvSpPr>
            <p:spPr>
              <a:xfrm>
                <a:off x="4553278" y="2336553"/>
                <a:ext cx="954813" cy="4641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𝑝𝑟𝑒𝑑</m:t>
                          </m:r>
                        </m:sub>
                      </m:sSub>
                    </m:oMath>
                  </m:oMathPara>
                </a14:m>
                <a:endParaRPr lang="ko-KR" altLang="en-US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F4B3049-2BAA-6140-7A00-726BF9411D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3278" y="2336553"/>
                <a:ext cx="954813" cy="464101"/>
              </a:xfrm>
              <a:prstGeom prst="rect">
                <a:avLst/>
              </a:prstGeom>
              <a:blipFill>
                <a:blip r:embed="rId10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82727FE-4BC7-5AC7-0186-1215E90FDEC0}"/>
              </a:ext>
            </a:extLst>
          </p:cNvPr>
          <p:cNvSpPr txBox="1"/>
          <p:nvPr/>
        </p:nvSpPr>
        <p:spPr>
          <a:xfrm>
            <a:off x="6721311" y="3859036"/>
            <a:ext cx="4677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하이퍼볼릭</a:t>
            </a:r>
            <a:r>
              <a:rPr lang="en-US" altLang="ko-KR" dirty="0"/>
              <a:t> </a:t>
            </a:r>
            <a:r>
              <a:rPr lang="ko-KR" altLang="en-US" dirty="0"/>
              <a:t>탄젠트</a:t>
            </a:r>
            <a:r>
              <a:rPr lang="en-US" altLang="ko-KR" dirty="0"/>
              <a:t>, </a:t>
            </a:r>
            <a:r>
              <a:rPr lang="ko-KR" altLang="en-US" dirty="0"/>
              <a:t>그냥 </a:t>
            </a:r>
            <a:r>
              <a:rPr lang="en-US" altLang="ko-KR" dirty="0"/>
              <a:t>linear</a:t>
            </a:r>
            <a:r>
              <a:rPr lang="ko-KR" altLang="en-US" dirty="0"/>
              <a:t> 등 여러가지</a:t>
            </a:r>
          </a:p>
        </p:txBody>
      </p:sp>
    </p:spTree>
    <p:extLst>
      <p:ext uri="{BB962C8B-B14F-4D97-AF65-F5344CB8AC3E}">
        <p14:creationId xmlns:p14="http://schemas.microsoft.com/office/powerpoint/2010/main" val="27098520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2F3608-841D-14A9-1517-B7F68FF9D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Gradient descent (linear</a:t>
            </a:r>
            <a:r>
              <a:rPr lang="ko-KR" altLang="en-US" dirty="0"/>
              <a:t> </a:t>
            </a:r>
            <a:r>
              <a:rPr lang="en-US" altLang="ko-KR" dirty="0"/>
              <a:t>regression)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7E70C38-396B-89A3-831D-CE8C928357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87068" y="1919290"/>
                <a:ext cx="5588001" cy="468101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i="1" smtClean="0">
                          <a:latin typeface="Cambria Math" panose="02040503050406030204" pitchFamily="18" charset="0"/>
                        </a:rPr>
                        <m:t>𝑤𝑥</m:t>
                      </m:r>
                      <m:r>
                        <a:rPr lang="en-US" altLang="ko-KR" sz="24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240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altLang="ko-KR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𝑑𝑤</m:t>
                          </m:r>
                        </m:den>
                      </m:f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altLang="ko-KR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𝑑𝐽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𝑑𝑤</m:t>
                          </m:r>
                        </m:den>
                      </m:f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  <m:t>𝑤𝑥</m:t>
                                  </m:r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  <m:t>𝑜𝑏𝑠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en-US" altLang="ko-KR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ko-KR" altLang="en-US" sz="2400" b="0" i="1" smtClean="0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𝑑𝐽</m:t>
                          </m:r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𝑑𝑤</m:t>
                          </m:r>
                        </m:den>
                      </m:f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7E70C38-396B-89A3-831D-CE8C928357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87068" y="1919290"/>
                <a:ext cx="5588001" cy="468101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내용 개체 틀 2">
                <a:extLst>
                  <a:ext uri="{FF2B5EF4-FFF2-40B4-BE49-F238E27FC236}">
                    <a16:creationId xmlns:a16="http://schemas.microsoft.com/office/drawing/2014/main" id="{D2964FA9-772D-093B-71BC-EB12B4DD0DC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5014" y="1495953"/>
                <a:ext cx="6849533" cy="536204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𝑝𝑟𝑒𝑑</m:t>
                          </m:r>
                        </m:sub>
                      </m:sSub>
                      <m:r>
                        <a:rPr lang="en-US" altLang="ko-KR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i="1" smtClean="0">
                          <a:latin typeface="Cambria Math" panose="02040503050406030204" pitchFamily="18" charset="0"/>
                        </a:rPr>
                        <m:t>𝑤𝑥</m:t>
                      </m:r>
                      <m:r>
                        <a:rPr lang="en-US" altLang="ko-KR" sz="24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240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altLang="ko-KR" sz="2400" dirty="0"/>
              </a:p>
              <a:p>
                <a:pPr marL="0" indent="0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ko-KR" sz="2400" b="0" i="1" smtClean="0">
                                          <a:latin typeface="Cambria Math" panose="02040503050406030204" pitchFamily="18" charset="0"/>
                                        </a:rPr>
                                        <m:t>𝑝𝑟𝑒𝑑</m:t>
                                      </m:r>
                                    </m:sub>
                                  </m:sSub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ko-K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ko-KR" sz="2400" b="0" i="1" smtClean="0">
                                          <a:latin typeface="Cambria Math" panose="02040503050406030204" pitchFamily="18" charset="0"/>
                                        </a:rPr>
                                        <m:t>𝑜𝑏𝑠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ko-KR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𝑝𝑟𝑒𝑑</m:t>
                        </m:r>
                      </m:sub>
                    </m:sSub>
                    <m:r>
                      <a:rPr lang="en-US" altLang="ko-KR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2400" dirty="0"/>
                  <a:t>: </a:t>
                </a:r>
                <a:r>
                  <a:rPr lang="ko-KR" altLang="en-US" sz="2400" dirty="0"/>
                  <a:t>예측 값 </a:t>
                </a:r>
                <a:r>
                  <a:rPr lang="en-US" altLang="ko-KR" sz="2400" dirty="0"/>
                  <a:t>(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𝑤𝑥</m:t>
                    </m:r>
                    <m:r>
                      <a:rPr lang="en-US" altLang="ko-KR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2400" dirty="0"/>
                  <a:t>이 계산한 값</a:t>
                </a:r>
                <a:r>
                  <a:rPr lang="en-US" altLang="ko-KR" sz="2400" dirty="0"/>
                  <a:t>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𝑜𝑏𝑠</m:t>
                        </m:r>
                      </m:sub>
                    </m:sSub>
                  </m:oMath>
                </a14:m>
                <a:r>
                  <a:rPr lang="en-US" altLang="ko-KR" sz="2400" dirty="0"/>
                  <a:t> : </a:t>
                </a:r>
                <a:r>
                  <a:rPr lang="ko-KR" altLang="en-US" sz="2400" dirty="0"/>
                  <a:t>실험 값 </a:t>
                </a:r>
                <a:r>
                  <a:rPr lang="en-US" altLang="ko-KR" sz="2400" dirty="0"/>
                  <a:t>(</a:t>
                </a:r>
                <a:r>
                  <a:rPr lang="ko-KR" altLang="en-US" sz="2400" dirty="0"/>
                  <a:t>데이터 셋에 있는 정보</a:t>
                </a:r>
                <a:r>
                  <a:rPr lang="en-US" altLang="ko-KR" sz="2400" dirty="0"/>
                  <a:t>. </a:t>
                </a:r>
                <a:r>
                  <a:rPr lang="ko-KR" altLang="en-US" sz="2400" dirty="0"/>
                  <a:t>정답</a:t>
                </a:r>
                <a:r>
                  <a:rPr lang="en-US" altLang="ko-KR" sz="2400" dirty="0"/>
                  <a:t>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  <m:t>𝑤𝑥</m:t>
                                  </m:r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  <m:t>𝑜𝑏𝑠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ko-KR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ko-KR" sz="2400" dirty="0"/>
              </a:p>
              <a:p>
                <a:pPr marL="0" indent="0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:endParaRPr lang="ko-KR" altLang="en-US" sz="2400" dirty="0"/>
              </a:p>
            </p:txBody>
          </p:sp>
        </mc:Choice>
        <mc:Fallback xmlns="">
          <p:sp>
            <p:nvSpPr>
              <p:cNvPr id="4" name="내용 개체 틀 2">
                <a:extLst>
                  <a:ext uri="{FF2B5EF4-FFF2-40B4-BE49-F238E27FC236}">
                    <a16:creationId xmlns:a16="http://schemas.microsoft.com/office/drawing/2014/main" id="{D2964FA9-772D-093B-71BC-EB12B4DD0D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014" y="1495953"/>
                <a:ext cx="6849533" cy="5362047"/>
              </a:xfrm>
              <a:prstGeom prst="rect">
                <a:avLst/>
              </a:prstGeom>
              <a:blipFill>
                <a:blip r:embed="rId3"/>
                <a:stretch>
                  <a:fillRect l="-2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CE60CDD-42AC-F9B8-01CB-75E91C3FB893}"/>
              </a:ext>
            </a:extLst>
          </p:cNvPr>
          <p:cNvSpPr txBox="1"/>
          <p:nvPr/>
        </p:nvSpPr>
        <p:spPr>
          <a:xfrm>
            <a:off x="4110182" y="66158"/>
            <a:ext cx="4647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Gradient</a:t>
            </a:r>
            <a:r>
              <a:rPr lang="ko-KR" altLang="en-US" dirty="0"/>
              <a:t> 계산해서 </a:t>
            </a:r>
            <a:r>
              <a:rPr lang="en-US" altLang="ko-KR" dirty="0"/>
              <a:t>weight</a:t>
            </a:r>
            <a:r>
              <a:rPr lang="ko-KR" altLang="en-US" dirty="0"/>
              <a:t> 깎아가면서</a:t>
            </a:r>
            <a:r>
              <a:rPr lang="en-US" altLang="ko-KR" dirty="0"/>
              <a:t> </a:t>
            </a:r>
            <a:r>
              <a:rPr lang="ko-KR" altLang="en-US" dirty="0"/>
              <a:t>계산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F6A3F0-8C55-3233-A4ED-F8E5EA3ACE74}"/>
              </a:ext>
            </a:extLst>
          </p:cNvPr>
          <p:cNvSpPr txBox="1"/>
          <p:nvPr/>
        </p:nvSpPr>
        <p:spPr>
          <a:xfrm>
            <a:off x="6317673" y="6373091"/>
            <a:ext cx="5522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직접 </a:t>
            </a:r>
            <a:r>
              <a:rPr lang="ko-KR" altLang="en-US" dirty="0" err="1"/>
              <a:t>안쓰니까</a:t>
            </a:r>
            <a:r>
              <a:rPr lang="ko-KR" altLang="en-US" dirty="0"/>
              <a:t> 자세히 몰라도 되지만 알고는 있어라</a:t>
            </a:r>
          </a:p>
        </p:txBody>
      </p:sp>
    </p:spTree>
    <p:extLst>
      <p:ext uri="{BB962C8B-B14F-4D97-AF65-F5344CB8AC3E}">
        <p14:creationId xmlns:p14="http://schemas.microsoft.com/office/powerpoint/2010/main" val="12155636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3F23F3-FA78-ED36-CBAA-F0453575F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Gradient descent</a:t>
            </a:r>
            <a:r>
              <a:rPr lang="ko-KR" altLang="en-US" dirty="0"/>
              <a:t> </a:t>
            </a:r>
            <a:r>
              <a:rPr lang="en-US" altLang="ko-KR" dirty="0"/>
              <a:t>for</a:t>
            </a:r>
            <a:r>
              <a:rPr lang="ko-KR" altLang="en-US" dirty="0"/>
              <a:t> </a:t>
            </a:r>
            <a:r>
              <a:rPr lang="en-US" altLang="ko-KR" dirty="0"/>
              <a:t>logistic regression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15306AC-1074-E849-62D3-18A9FF9DA7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1125"/>
            <a:ext cx="7315834" cy="54868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AF48011-4FCB-C9B2-6B7C-3201E6074CA0}"/>
                  </a:ext>
                </a:extLst>
              </p:cNvPr>
              <p:cNvSpPr txBox="1"/>
              <p:nvPr/>
            </p:nvSpPr>
            <p:spPr>
              <a:xfrm>
                <a:off x="7567863" y="1690688"/>
                <a:ext cx="4256170" cy="49209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𝑤𝑥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altLang="ko-KR" sz="1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ko-KR" sz="18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𝑚𝑎𝑥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:1, 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𝑚𝑖𝑛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:0)</m:t>
                      </m:r>
                    </m:oMath>
                  </m:oMathPara>
                </a14:m>
                <a:endParaRPr lang="en-US" altLang="ko-KR" sz="1800" dirty="0"/>
              </a:p>
              <a:p>
                <a:endParaRPr lang="en-US" altLang="ko-K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e>
                      </m:func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ko-KR" b="0" dirty="0">
                  <a:ea typeface="Cambria Math" panose="02040503050406030204" pitchFamily="18" charset="0"/>
                </a:endParaRPr>
              </a:p>
              <a:p>
                <a:endParaRPr lang="en-US" altLang="ko-K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nary>
                    </m:oMath>
                  </m:oMathPara>
                </a14:m>
                <a:endParaRPr lang="en-US" altLang="ko-KR" b="0" dirty="0"/>
              </a:p>
              <a:p>
                <a:endParaRPr lang="en-US" altLang="ko-K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𝑑𝐿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𝑑𝑤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𝑑𝐿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𝑑𝑓</m:t>
                          </m:r>
                        </m:den>
                      </m:f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𝑑𝑧</m:t>
                          </m:r>
                        </m:den>
                      </m:f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𝑑𝑧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𝑑𝑤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altLang="ko-KR" dirty="0"/>
              </a:p>
              <a:p>
                <a:endParaRPr lang="en-US" altLang="ko-K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𝑑𝐽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𝑑𝑤</m:t>
                          </m:r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AF48011-4FCB-C9B2-6B7C-3201E6074C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7863" y="1690688"/>
                <a:ext cx="4256170" cy="49209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4F92531-C58B-D690-04CB-EA8F95D317CE}"/>
                  </a:ext>
                </a:extLst>
              </p:cNvPr>
              <p:cNvSpPr txBox="1"/>
              <p:nvPr/>
            </p:nvSpPr>
            <p:spPr>
              <a:xfrm>
                <a:off x="3461218" y="6264741"/>
                <a:ext cx="63977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4F92531-C58B-D690-04CB-EA8F95D317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1218" y="6264741"/>
                <a:ext cx="639774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677CBCBC-284B-7BCF-BD00-50BDBA3B2D34}"/>
              </a:ext>
            </a:extLst>
          </p:cNvPr>
          <p:cNvSpPr txBox="1"/>
          <p:nvPr/>
        </p:nvSpPr>
        <p:spPr>
          <a:xfrm>
            <a:off x="8560356" y="2549237"/>
            <a:ext cx="3515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Y</a:t>
            </a:r>
            <a:r>
              <a:rPr lang="ko-KR" altLang="en-US" dirty="0"/>
              <a:t>가 </a:t>
            </a:r>
            <a:r>
              <a:rPr lang="en-US" altLang="ko-KR" dirty="0"/>
              <a:t>1</a:t>
            </a:r>
            <a:r>
              <a:rPr lang="ko-KR" altLang="en-US" dirty="0"/>
              <a:t>이거나 </a:t>
            </a:r>
            <a:r>
              <a:rPr lang="en-US" altLang="ko-KR" dirty="0"/>
              <a:t>0</a:t>
            </a:r>
            <a:r>
              <a:rPr lang="ko-KR" altLang="en-US" dirty="0"/>
              <a:t>일 때 한쪽만 쓴다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F3B73D-13F9-9B78-4BB0-E22452141161}"/>
              </a:ext>
            </a:extLst>
          </p:cNvPr>
          <p:cNvSpPr txBox="1"/>
          <p:nvPr/>
        </p:nvSpPr>
        <p:spPr>
          <a:xfrm>
            <a:off x="6690576" y="2521467"/>
            <a:ext cx="1617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</a:t>
            </a:r>
            <a:r>
              <a:rPr lang="ko-KR" altLang="en-US" dirty="0"/>
              <a:t>에 대해 미분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C68536-2FEC-E14D-2C43-7CA17170E0D8}"/>
              </a:ext>
            </a:extLst>
          </p:cNvPr>
          <p:cNvSpPr txBox="1"/>
          <p:nvPr/>
        </p:nvSpPr>
        <p:spPr>
          <a:xfrm>
            <a:off x="6958639" y="1833801"/>
            <a:ext cx="1636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Z</a:t>
            </a:r>
            <a:r>
              <a:rPr lang="ko-KR" altLang="en-US" dirty="0"/>
              <a:t>에 대해 미분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794221D7-8318-D55F-3FFB-4E53659819C7}"/>
              </a:ext>
            </a:extLst>
          </p:cNvPr>
          <p:cNvCxnSpPr/>
          <p:nvPr/>
        </p:nvCxnSpPr>
        <p:spPr>
          <a:xfrm flipV="1">
            <a:off x="7685288" y="1690688"/>
            <a:ext cx="0" cy="14275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48823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60013EB-172B-9CA7-DA29-CD69F01582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459" b="20640"/>
          <a:stretch>
            <a:fillRect/>
          </a:stretch>
        </p:blipFill>
        <p:spPr>
          <a:xfrm>
            <a:off x="5332977" y="270231"/>
            <a:ext cx="6576724" cy="21968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6FA530D-B0F4-5FD7-E1F5-5F92283CFAA6}"/>
                  </a:ext>
                </a:extLst>
              </p:cNvPr>
              <p:cNvSpPr txBox="1"/>
              <p:nvPr/>
            </p:nvSpPr>
            <p:spPr>
              <a:xfrm>
                <a:off x="9303559" y="1698704"/>
                <a:ext cx="639774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6FA530D-B0F4-5FD7-E1F5-5F92283CFA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3559" y="1698704"/>
                <a:ext cx="639774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B6962B1-4F45-1ECC-96A2-C45A5CDFEE02}"/>
                  </a:ext>
                </a:extLst>
              </p:cNvPr>
              <p:cNvSpPr txBox="1"/>
              <p:nvPr/>
            </p:nvSpPr>
            <p:spPr>
              <a:xfrm>
                <a:off x="0" y="2338584"/>
                <a:ext cx="4256170" cy="49209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𝑤𝑥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altLang="ko-KR" sz="1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ko-KR" sz="18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𝑚𝑎𝑥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:1, 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𝑚𝑖𝑛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:0)</m:t>
                      </m:r>
                    </m:oMath>
                  </m:oMathPara>
                </a14:m>
                <a:endParaRPr lang="en-US" altLang="ko-KR" sz="1800" dirty="0"/>
              </a:p>
              <a:p>
                <a:endParaRPr lang="en-US" altLang="ko-K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e>
                      </m:func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ko-KR" b="0" dirty="0">
                  <a:ea typeface="Cambria Math" panose="02040503050406030204" pitchFamily="18" charset="0"/>
                </a:endParaRPr>
              </a:p>
              <a:p>
                <a:endParaRPr lang="en-US" altLang="ko-K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nary>
                    </m:oMath>
                  </m:oMathPara>
                </a14:m>
                <a:endParaRPr lang="en-US" altLang="ko-KR" b="0" dirty="0"/>
              </a:p>
              <a:p>
                <a:endParaRPr lang="en-US" altLang="ko-K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𝑑𝐿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𝑑𝑤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𝑑𝐿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𝑑𝑓</m:t>
                          </m:r>
                        </m:den>
                      </m:f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𝑑𝑧</m:t>
                          </m:r>
                        </m:den>
                      </m:f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𝑑𝑧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𝑑𝑤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altLang="ko-KR" dirty="0"/>
              </a:p>
              <a:p>
                <a:endParaRPr lang="en-US" altLang="ko-K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𝑑𝐽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𝑑𝑤</m:t>
                          </m:r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B6962B1-4F45-1ECC-96A2-C45A5CDFEE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338584"/>
                <a:ext cx="4256170" cy="49209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3A68828-3FD6-8265-5AE1-CCBE5A265938}"/>
                  </a:ext>
                </a:extLst>
              </p:cNvPr>
              <p:cNvSpPr txBox="1"/>
              <p:nvPr/>
            </p:nvSpPr>
            <p:spPr>
              <a:xfrm>
                <a:off x="2901736" y="1452204"/>
                <a:ext cx="639774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3A68828-3FD6-8265-5AE1-CCBE5A265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1736" y="1452204"/>
                <a:ext cx="639774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36F4C6-66A8-231F-8C03-D98E8C5D0FC3}"/>
                  </a:ext>
                </a:extLst>
              </p:cNvPr>
              <p:cNvSpPr txBox="1"/>
              <p:nvPr/>
            </p:nvSpPr>
            <p:spPr>
              <a:xfrm>
                <a:off x="6669687" y="2332025"/>
                <a:ext cx="4936345" cy="49209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𝑜𝑢𝑡𝑝𝑢𝑡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𝑓𝑟𝑜𝑚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h𝑖𝑑𝑑𝑒𝑛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𝑛𝑜𝑑𝑒𝑠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ko-KR" sz="18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𝑚𝑎𝑥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:1, 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𝑚𝑖𝑛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:0)</m:t>
                      </m:r>
                    </m:oMath>
                  </m:oMathPara>
                </a14:m>
                <a:endParaRPr lang="en-US" altLang="ko-KR" sz="1800" dirty="0"/>
              </a:p>
              <a:p>
                <a:endParaRPr lang="en-US" altLang="ko-K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e>
                      </m:func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ko-KR" b="0" dirty="0">
                  <a:ea typeface="Cambria Math" panose="02040503050406030204" pitchFamily="18" charset="0"/>
                </a:endParaRPr>
              </a:p>
              <a:p>
                <a:endParaRPr lang="en-US" altLang="ko-K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nary>
                    </m:oMath>
                  </m:oMathPara>
                </a14:m>
                <a:endParaRPr lang="en-US" altLang="ko-KR" b="0" dirty="0"/>
              </a:p>
              <a:p>
                <a:endParaRPr lang="en-US" altLang="ko-K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𝑑𝐿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𝑑𝑤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𝑑𝐿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𝑑𝑓</m:t>
                          </m:r>
                        </m:den>
                      </m:f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𝑑𝑧</m:t>
                          </m:r>
                        </m:den>
                      </m:f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𝑑𝑧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𝑑𝑤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US" altLang="ko-KR" dirty="0"/>
              </a:p>
              <a:p>
                <a:endParaRPr lang="en-US" altLang="ko-K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𝑑𝐽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𝑑𝑤</m:t>
                          </m:r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ko-KR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36F4C6-66A8-231F-8C03-D98E8C5D0F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9687" y="2332025"/>
                <a:ext cx="4936345" cy="492096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4C2BCAF3-5817-FED9-84F1-CAFD98BC49E5}"/>
              </a:ext>
            </a:extLst>
          </p:cNvPr>
          <p:cNvSpPr/>
          <p:nvPr/>
        </p:nvSpPr>
        <p:spPr>
          <a:xfrm>
            <a:off x="8407570" y="552893"/>
            <a:ext cx="977435" cy="1835888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C132185C-CF8E-ECC2-87D0-AE0009C83A35}"/>
              </a:ext>
            </a:extLst>
          </p:cNvPr>
          <p:cNvSpPr/>
          <p:nvPr/>
        </p:nvSpPr>
        <p:spPr>
          <a:xfrm>
            <a:off x="2131861" y="819588"/>
            <a:ext cx="767114" cy="76711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b</a:t>
            </a:r>
            <a:endParaRPr lang="ko-KR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346CC57-6F6E-0412-314D-863BACAE5A8E}"/>
                  </a:ext>
                </a:extLst>
              </p:cNvPr>
              <p:cNvSpPr txBox="1"/>
              <p:nvPr/>
            </p:nvSpPr>
            <p:spPr>
              <a:xfrm>
                <a:off x="825293" y="371606"/>
                <a:ext cx="47275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346CC57-6F6E-0412-314D-863BACAE5A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293" y="371606"/>
                <a:ext cx="472758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1B5B3F-ECD1-3E74-B3B1-4B42E8A93337}"/>
                  </a:ext>
                </a:extLst>
              </p:cNvPr>
              <p:cNvSpPr txBox="1"/>
              <p:nvPr/>
            </p:nvSpPr>
            <p:spPr>
              <a:xfrm>
                <a:off x="835676" y="978728"/>
                <a:ext cx="48102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1B5B3F-ECD1-3E74-B3B1-4B42E8A93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676" y="978728"/>
                <a:ext cx="481029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C8B2188-B194-D03C-6FC6-8764B5FB16C7}"/>
                  </a:ext>
                </a:extLst>
              </p:cNvPr>
              <p:cNvSpPr txBox="1"/>
              <p:nvPr/>
            </p:nvSpPr>
            <p:spPr>
              <a:xfrm>
                <a:off x="825292" y="1585850"/>
                <a:ext cx="48102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C8B2188-B194-D03C-6FC6-8764B5FB16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292" y="1585850"/>
                <a:ext cx="481029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8497DE74-0E77-97EC-2ECD-D4E2CF7BB4D2}"/>
              </a:ext>
            </a:extLst>
          </p:cNvPr>
          <p:cNvCxnSpPr>
            <a:stCxn id="3" idx="3"/>
            <a:endCxn id="2" idx="2"/>
          </p:cNvCxnSpPr>
          <p:nvPr/>
        </p:nvCxnSpPr>
        <p:spPr>
          <a:xfrm>
            <a:off x="1298051" y="587050"/>
            <a:ext cx="833810" cy="6160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6A0DD65-2ED6-39EA-E7BB-85A1C72F6B69}"/>
              </a:ext>
            </a:extLst>
          </p:cNvPr>
          <p:cNvCxnSpPr>
            <a:cxnSpLocks/>
            <a:stCxn id="6" idx="3"/>
            <a:endCxn id="2" idx="2"/>
          </p:cNvCxnSpPr>
          <p:nvPr/>
        </p:nvCxnSpPr>
        <p:spPr>
          <a:xfrm>
            <a:off x="1316705" y="1194172"/>
            <a:ext cx="815156" cy="89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8A4A9E97-FAFE-C40D-1FA3-28FDE4D11F24}"/>
              </a:ext>
            </a:extLst>
          </p:cNvPr>
          <p:cNvCxnSpPr>
            <a:cxnSpLocks/>
            <a:stCxn id="7" idx="3"/>
            <a:endCxn id="2" idx="2"/>
          </p:cNvCxnSpPr>
          <p:nvPr/>
        </p:nvCxnSpPr>
        <p:spPr>
          <a:xfrm flipV="1">
            <a:off x="1306321" y="1203145"/>
            <a:ext cx="825540" cy="5981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F881AB1-D358-3150-25E2-74FF06BDC363}"/>
                  </a:ext>
                </a:extLst>
              </p:cNvPr>
              <p:cNvSpPr txBox="1"/>
              <p:nvPr/>
            </p:nvSpPr>
            <p:spPr>
              <a:xfrm>
                <a:off x="1615935" y="450362"/>
                <a:ext cx="3459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F881AB1-D358-3150-25E2-74FF06BDC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5935" y="450362"/>
                <a:ext cx="345992" cy="276999"/>
              </a:xfrm>
              <a:prstGeom prst="rect">
                <a:avLst/>
              </a:prstGeom>
              <a:blipFill>
                <a:blip r:embed="rId11"/>
                <a:stretch>
                  <a:fillRect l="-5263" r="-1754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CCB0D99-0C8A-8F7E-AE0F-96BD301F43D9}"/>
                  </a:ext>
                </a:extLst>
              </p:cNvPr>
              <p:cNvSpPr txBox="1"/>
              <p:nvPr/>
            </p:nvSpPr>
            <p:spPr>
              <a:xfrm>
                <a:off x="1546537" y="922470"/>
                <a:ext cx="35131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CCB0D99-0C8A-8F7E-AE0F-96BD301F43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6537" y="922470"/>
                <a:ext cx="351315" cy="276999"/>
              </a:xfrm>
              <a:prstGeom prst="rect">
                <a:avLst/>
              </a:prstGeom>
              <a:blipFill>
                <a:blip r:embed="rId12"/>
                <a:stretch>
                  <a:fillRect l="-5263" r="-3509" b="-173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3D89F28-CA00-6C2C-8822-ECD0BDB395B9}"/>
                  </a:ext>
                </a:extLst>
              </p:cNvPr>
              <p:cNvSpPr txBox="1"/>
              <p:nvPr/>
            </p:nvSpPr>
            <p:spPr>
              <a:xfrm>
                <a:off x="1566838" y="1535729"/>
                <a:ext cx="35131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3D89F28-CA00-6C2C-8822-ECD0BDB395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6838" y="1535729"/>
                <a:ext cx="351315" cy="276999"/>
              </a:xfrm>
              <a:prstGeom prst="rect">
                <a:avLst/>
              </a:prstGeom>
              <a:blipFill>
                <a:blip r:embed="rId13"/>
                <a:stretch>
                  <a:fillRect l="-5172" r="-1724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D9998EC-598B-2646-94DB-3379B458AC3B}"/>
                  </a:ext>
                </a:extLst>
              </p:cNvPr>
              <p:cNvSpPr txBox="1"/>
              <p:nvPr/>
            </p:nvSpPr>
            <p:spPr>
              <a:xfrm>
                <a:off x="3714131" y="924290"/>
                <a:ext cx="954813" cy="4641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𝑝𝑟𝑒𝑑</m:t>
                          </m:r>
                        </m:sub>
                      </m:sSub>
                    </m:oMath>
                  </m:oMathPara>
                </a14:m>
                <a:endParaRPr lang="ko-KR" altLang="en-US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D9998EC-598B-2646-94DB-3379B458AC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131" y="924290"/>
                <a:ext cx="954813" cy="46410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1E32EA01-E5E4-6FF4-AE18-FE1F72A9AC91}"/>
              </a:ext>
            </a:extLst>
          </p:cNvPr>
          <p:cNvSpPr txBox="1"/>
          <p:nvPr/>
        </p:nvSpPr>
        <p:spPr>
          <a:xfrm>
            <a:off x="4668944" y="2572803"/>
            <a:ext cx="2646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X</a:t>
            </a:r>
            <a:r>
              <a:rPr lang="ko-KR" altLang="en-US" dirty="0"/>
              <a:t>대신 </a:t>
            </a:r>
            <a:r>
              <a:rPr lang="ko-KR" altLang="en-US" dirty="0" err="1"/>
              <a:t>히든노드</a:t>
            </a:r>
            <a:r>
              <a:rPr lang="ko-KR" altLang="en-US" dirty="0"/>
              <a:t> 값 사용</a:t>
            </a:r>
          </a:p>
        </p:txBody>
      </p:sp>
    </p:spTree>
    <p:extLst>
      <p:ext uri="{BB962C8B-B14F-4D97-AF65-F5344CB8AC3E}">
        <p14:creationId xmlns:p14="http://schemas.microsoft.com/office/powerpoint/2010/main" val="1535639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F9A5A2E-8DCD-40FB-4310-F0DE1307E3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937" t="21316" b="22487"/>
          <a:stretch>
            <a:fillRect/>
          </a:stretch>
        </p:blipFill>
        <p:spPr>
          <a:xfrm>
            <a:off x="17452" y="0"/>
            <a:ext cx="9151620" cy="3657600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AB4B580-FA26-82FA-BE48-25071B99F37B}"/>
              </a:ext>
            </a:extLst>
          </p:cNvPr>
          <p:cNvSpPr/>
          <p:nvPr/>
        </p:nvSpPr>
        <p:spPr>
          <a:xfrm>
            <a:off x="204657" y="113414"/>
            <a:ext cx="2818271" cy="3445126"/>
          </a:xfrm>
          <a:prstGeom prst="round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500E343-9880-7111-595D-C3A3F87E6971}"/>
                  </a:ext>
                </a:extLst>
              </p:cNvPr>
              <p:cNvSpPr txBox="1"/>
              <p:nvPr/>
            </p:nvSpPr>
            <p:spPr>
              <a:xfrm>
                <a:off x="7269410" y="2702143"/>
                <a:ext cx="4825547" cy="35458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𝑑𝐽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𝑑𝑤</m:t>
                          </m:r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ko-K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ko-K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ko-KR" dirty="0">
                  <a:solidFill>
                    <a:srgbClr val="00B0F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altLang="ko-KR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altLang="ko-KR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𝑑𝐽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𝑑𝑤</m:t>
                          </m:r>
                        </m:den>
                      </m:f>
                    </m:oMath>
                  </m:oMathPara>
                </a14:m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𝑔𝑟𝑎𝑑𝑖𝑒𝑛𝑡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𝑑𝐽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altLang="ko-K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𝑔𝑟𝑎𝑑𝑖𝑒𝑛𝑡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1,1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ko-KR" dirty="0"/>
              </a:p>
              <a:p>
                <a:endParaRPr lang="en-US" altLang="ko-K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500E343-9880-7111-595D-C3A3F87E69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9410" y="2702143"/>
                <a:ext cx="4825547" cy="35458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D01A25E-64C4-2F75-CFB2-99D8A329DAC4}"/>
                  </a:ext>
                </a:extLst>
              </p:cNvPr>
              <p:cNvSpPr txBox="1"/>
              <p:nvPr/>
            </p:nvSpPr>
            <p:spPr>
              <a:xfrm>
                <a:off x="3297564" y="912762"/>
                <a:ext cx="870398" cy="477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ko-KR" sz="24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ko-KR" altLang="en-US" sz="24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D01A25E-64C4-2F75-CFB2-99D8A329DA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7564" y="912762"/>
                <a:ext cx="870398" cy="4778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064F631-7EA2-63C9-0AEA-17E6CD29D639}"/>
                  </a:ext>
                </a:extLst>
              </p:cNvPr>
              <p:cNvSpPr txBox="1"/>
              <p:nvPr/>
            </p:nvSpPr>
            <p:spPr>
              <a:xfrm>
                <a:off x="1365982" y="221646"/>
                <a:ext cx="870398" cy="477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altLang="ko-KR" sz="24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ko-KR" sz="24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24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ko-KR" altLang="en-US" sz="24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064F631-7EA2-63C9-0AEA-17E6CD29D6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5982" y="221646"/>
                <a:ext cx="870398" cy="4778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AC44140-2FE7-35FC-B68D-1CBA32E8DBB5}"/>
                  </a:ext>
                </a:extLst>
              </p:cNvPr>
              <p:cNvSpPr txBox="1"/>
              <p:nvPr/>
            </p:nvSpPr>
            <p:spPr>
              <a:xfrm>
                <a:off x="3297564" y="2865689"/>
                <a:ext cx="4256170" cy="36107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altLang="ko-KR" sz="1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ko-KR" sz="18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𝑚𝑎𝑥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:1, 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𝑚𝑖𝑛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:0)</m:t>
                      </m:r>
                    </m:oMath>
                  </m:oMathPara>
                </a14:m>
                <a:endParaRPr lang="en-US" altLang="ko-KR" sz="1800" dirty="0"/>
              </a:p>
              <a:p>
                <a:endParaRPr lang="en-US" altLang="ko-K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e>
                      </m:func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ko-KR" b="0" dirty="0">
                  <a:ea typeface="Cambria Math" panose="02040503050406030204" pitchFamily="18" charset="0"/>
                </a:endParaRPr>
              </a:p>
              <a:p>
                <a:endParaRPr lang="en-US" altLang="ko-K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nary>
                    </m:oMath>
                  </m:oMathPara>
                </a14:m>
                <a:endParaRPr lang="en-US" altLang="ko-KR" b="0" dirty="0"/>
              </a:p>
              <a:p>
                <a:endParaRPr lang="en-US" altLang="ko-K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𝑑𝐿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𝑑𝑤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𝑑𝐿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𝑑𝑓</m:t>
                          </m:r>
                        </m:den>
                      </m:f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𝑑𝑧</m:t>
                          </m:r>
                        </m:den>
                      </m:f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𝑑𝑧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𝑑𝑤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altLang="ko-KR" dirty="0"/>
              </a:p>
              <a:p>
                <a:endParaRPr lang="en-US" altLang="ko-KR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AC44140-2FE7-35FC-B68D-1CBA32E8DB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7564" y="2865689"/>
                <a:ext cx="4256170" cy="36107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BCD68E1A-4283-4184-E55A-56EE261935A0}"/>
              </a:ext>
            </a:extLst>
          </p:cNvPr>
          <p:cNvSpPr/>
          <p:nvPr/>
        </p:nvSpPr>
        <p:spPr>
          <a:xfrm>
            <a:off x="7553734" y="4211386"/>
            <a:ext cx="4446200" cy="2281638"/>
          </a:xfrm>
          <a:prstGeom prst="roundRect">
            <a:avLst/>
          </a:prstGeom>
          <a:solidFill>
            <a:srgbClr val="92D05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25D1EFA-DC77-15CB-8E50-D642F722FEE1}"/>
              </a:ext>
            </a:extLst>
          </p:cNvPr>
          <p:cNvSpPr/>
          <p:nvPr/>
        </p:nvSpPr>
        <p:spPr>
          <a:xfrm>
            <a:off x="3111794" y="275304"/>
            <a:ext cx="2117563" cy="2737206"/>
          </a:xfrm>
          <a:prstGeom prst="roundRect">
            <a:avLst/>
          </a:prstGeom>
          <a:solidFill>
            <a:srgbClr val="FFC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2F18112-EDF3-198D-89B0-FA3F63B05531}"/>
              </a:ext>
            </a:extLst>
          </p:cNvPr>
          <p:cNvSpPr/>
          <p:nvPr/>
        </p:nvSpPr>
        <p:spPr>
          <a:xfrm>
            <a:off x="8328836" y="2573079"/>
            <a:ext cx="2799907" cy="1573036"/>
          </a:xfrm>
          <a:prstGeom prst="roundRect">
            <a:avLst/>
          </a:prstGeom>
          <a:solidFill>
            <a:srgbClr val="FFC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2D6413-543D-7359-2DA8-BEF1616D25DC}"/>
              </a:ext>
            </a:extLst>
          </p:cNvPr>
          <p:cNvSpPr txBox="1"/>
          <p:nvPr/>
        </p:nvSpPr>
        <p:spPr>
          <a:xfrm>
            <a:off x="309705" y="4025884"/>
            <a:ext cx="367116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Layer </a:t>
            </a:r>
            <a:r>
              <a:rPr lang="ko-KR" altLang="en-US" dirty="0"/>
              <a:t>뒤로 갈수록 </a:t>
            </a:r>
            <a:r>
              <a:rPr lang="en-US" altLang="ko-KR" dirty="0"/>
              <a:t>gradient</a:t>
            </a:r>
            <a:r>
              <a:rPr lang="ko-KR" altLang="en-US" dirty="0"/>
              <a:t> 점점</a:t>
            </a:r>
            <a:r>
              <a:rPr lang="en-US" altLang="ko-KR" dirty="0"/>
              <a:t> </a:t>
            </a:r>
            <a:r>
              <a:rPr lang="ko-KR" altLang="en-US" dirty="0"/>
              <a:t>작아지는 문제가 있어서 예전에는 잘 안 썼음</a:t>
            </a:r>
            <a:endParaRPr lang="en-US" altLang="ko-KR" dirty="0"/>
          </a:p>
          <a:p>
            <a:r>
              <a:rPr lang="en-US" altLang="ko-KR" dirty="0"/>
              <a:t>Sigmoid</a:t>
            </a:r>
            <a:r>
              <a:rPr lang="ko-KR" altLang="en-US" dirty="0"/>
              <a:t> 계산하면</a:t>
            </a:r>
            <a:r>
              <a:rPr lang="en-US" altLang="ko-KR" dirty="0"/>
              <a:t> 0</a:t>
            </a:r>
            <a:r>
              <a:rPr lang="ko-KR" altLang="en-US" dirty="0"/>
              <a:t>이랑 </a:t>
            </a:r>
            <a:r>
              <a:rPr lang="en-US" altLang="ko-KR" dirty="0"/>
              <a:t>1</a:t>
            </a:r>
            <a:r>
              <a:rPr lang="ko-KR" altLang="en-US" dirty="0"/>
              <a:t>이라서 점점 작아져서 </a:t>
            </a:r>
            <a:r>
              <a:rPr lang="ko-KR" altLang="en-US" dirty="0" err="1"/>
              <a:t>딥러닝에서는</a:t>
            </a:r>
            <a:r>
              <a:rPr lang="ko-KR" altLang="en-US" dirty="0"/>
              <a:t> 잘 </a:t>
            </a:r>
            <a:r>
              <a:rPr lang="ko-KR" altLang="en-US" dirty="0" err="1"/>
              <a:t>안씀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974818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01C0D-0E1C-6F3F-5A37-E1654FE25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Vanishing gradient (gradient </a:t>
            </a:r>
            <a:r>
              <a:rPr lang="ko-KR" altLang="en-US" dirty="0"/>
              <a:t>소실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DC5B33-3628-5D40-6697-5B0995D4F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0719"/>
            <a:ext cx="10515600" cy="482624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인공신경망은 </a:t>
            </a:r>
            <a:r>
              <a:rPr lang="en-US" altLang="ko-KR" sz="2400" dirty="0"/>
              <a:t>1950</a:t>
            </a:r>
            <a:r>
              <a:rPr lang="ko-KR" altLang="en-US" sz="2400" dirty="0"/>
              <a:t>년대부터 연구</a:t>
            </a:r>
            <a:endParaRPr lang="en-US" altLang="ko-KR" sz="2400" dirty="0"/>
          </a:p>
          <a:p>
            <a:pPr>
              <a:lnSpc>
                <a:spcPct val="150000"/>
              </a:lnSpc>
            </a:pPr>
            <a:r>
              <a:rPr lang="en-US" altLang="ko-KR" sz="2400" dirty="0"/>
              <a:t>Deep learning</a:t>
            </a:r>
            <a:r>
              <a:rPr lang="ko-KR" altLang="en-US" sz="2400" dirty="0"/>
              <a:t>이 초창기에 주목 받지 못한 이유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Hidden layer</a:t>
            </a:r>
            <a:r>
              <a:rPr lang="ko-KR" altLang="en-US" sz="2000" dirty="0"/>
              <a:t>를 늘려도 학습이 되지 않는 문제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Activation function (sigmoid)</a:t>
            </a:r>
            <a:endParaRPr lang="ko-KR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F915CAE-DD15-C626-CC43-9C14626449F6}"/>
                  </a:ext>
                </a:extLst>
              </p:cNvPr>
              <p:cNvSpPr txBox="1"/>
              <p:nvPr/>
            </p:nvSpPr>
            <p:spPr>
              <a:xfrm>
                <a:off x="8408177" y="1250677"/>
                <a:ext cx="3671326" cy="20223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n-US" altLang="ko-K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𝑔𝑟𝑎𝑑𝑖𝑒𝑛𝑡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𝑑𝐽</m:t>
                          </m:r>
                        </m:num>
                        <m:den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ko-KR" sz="16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ko-KR" sz="16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altLang="ko-KR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ko-KR" sz="1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ko-KR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altLang="ko-KR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ko-KR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ko-KR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altLang="ko-KR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𝑔𝑟𝑎𝑑𝑖𝑒𝑛𝑡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1,1</m:t>
                              </m:r>
                            </m:sub>
                          </m:s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ko-KR" sz="1600" dirty="0"/>
              </a:p>
              <a:p>
                <a:endParaRPr lang="en-US" altLang="ko-KR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ko-KR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6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ko-KR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6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ko-KR" sz="1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F915CAE-DD15-C626-CC43-9C14626449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8177" y="1250677"/>
                <a:ext cx="3671326" cy="20223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그룹 4">
            <a:extLst>
              <a:ext uri="{FF2B5EF4-FFF2-40B4-BE49-F238E27FC236}">
                <a16:creationId xmlns:a16="http://schemas.microsoft.com/office/drawing/2014/main" id="{389F332F-0C48-258F-5EEF-3DC6139B6127}"/>
              </a:ext>
            </a:extLst>
          </p:cNvPr>
          <p:cNvGrpSpPr/>
          <p:nvPr/>
        </p:nvGrpSpPr>
        <p:grpSpPr>
          <a:xfrm>
            <a:off x="1772093" y="3860587"/>
            <a:ext cx="822251" cy="1885507"/>
            <a:chOff x="2048540" y="1601972"/>
            <a:chExt cx="822251" cy="1885507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D829E997-8A08-710C-80DE-FD2A516CDD90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1FB8C6E1-24DB-DE47-6EFE-E0DFC74AA97A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6FCCF555-72DB-FE01-041B-49A0E1D7BB49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4259D2BD-6E77-E2C9-96B2-A32743EABFEE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EAE7D637-F84B-FAB8-9415-4E05AD6C0DF7}"/>
              </a:ext>
            </a:extLst>
          </p:cNvPr>
          <p:cNvSpPr txBox="1"/>
          <p:nvPr/>
        </p:nvSpPr>
        <p:spPr>
          <a:xfrm>
            <a:off x="623777" y="4387009"/>
            <a:ext cx="47160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dirty="0"/>
              <a:t>x</a:t>
            </a:r>
            <a:endParaRPr lang="ko-KR" altLang="en-US" sz="4800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B0BF310E-FE43-196F-32D4-CFE59FCBCEF4}"/>
              </a:ext>
            </a:extLst>
          </p:cNvPr>
          <p:cNvCxnSpPr>
            <a:stCxn id="10" idx="3"/>
            <a:endCxn id="6" idx="1"/>
          </p:cNvCxnSpPr>
          <p:nvPr/>
        </p:nvCxnSpPr>
        <p:spPr>
          <a:xfrm>
            <a:off x="1095381" y="4802508"/>
            <a:ext cx="676712" cy="8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648FEE9-7D4A-A779-4403-656520937D3D}"/>
                  </a:ext>
                </a:extLst>
              </p:cNvPr>
              <p:cNvSpPr txBox="1"/>
              <p:nvPr/>
            </p:nvSpPr>
            <p:spPr>
              <a:xfrm>
                <a:off x="1826121" y="5746094"/>
                <a:ext cx="768223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4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648FEE9-7D4A-A779-4403-656520937D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6121" y="5746094"/>
                <a:ext cx="768223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0DDBDB4D-0933-A6E0-5816-6AFE33D1407A}"/>
              </a:ext>
            </a:extLst>
          </p:cNvPr>
          <p:cNvSpPr txBox="1"/>
          <p:nvPr/>
        </p:nvSpPr>
        <p:spPr>
          <a:xfrm>
            <a:off x="2527719" y="5961537"/>
            <a:ext cx="15650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Activation</a:t>
            </a:r>
            <a:endParaRPr lang="ko-KR" altLang="en-US" sz="2000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DC804B5E-3592-0F42-A8F2-0D4D7E8E8462}"/>
              </a:ext>
            </a:extLst>
          </p:cNvPr>
          <p:cNvGrpSpPr/>
          <p:nvPr/>
        </p:nvGrpSpPr>
        <p:grpSpPr>
          <a:xfrm>
            <a:off x="2932455" y="3860587"/>
            <a:ext cx="822251" cy="1885507"/>
            <a:chOff x="2048540" y="1601972"/>
            <a:chExt cx="822251" cy="1885507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9052D8CA-2FDC-1F1D-A2B6-779065AD1C55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9148A15C-11DA-62EC-C8C6-6C91BCC5ABB1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19E6663A-E7F3-DBD1-F74C-06C8C8BE859B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7AB3291A-6B28-0896-7D59-5158C8CDFF26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32193740-DCD9-5ED8-240C-A8D7074D1289}"/>
              </a:ext>
            </a:extLst>
          </p:cNvPr>
          <p:cNvGrpSpPr/>
          <p:nvPr/>
        </p:nvGrpSpPr>
        <p:grpSpPr>
          <a:xfrm>
            <a:off x="4696047" y="3859754"/>
            <a:ext cx="822251" cy="1885507"/>
            <a:chOff x="2048540" y="1601972"/>
            <a:chExt cx="822251" cy="1885507"/>
          </a:xfrm>
        </p:grpSpPr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701AAF7C-BDE4-D14E-8715-49E74FE99C4C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064F0518-6E3F-7725-BADE-E8202B2A50E6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07A6B360-020F-8A60-0824-0FECEEB90DFC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D5F13C24-F782-B7BF-B14A-0ADB849FFD80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C6205B51-9A61-E8A8-9A4F-510840C9A0AE}"/>
              </a:ext>
            </a:extLst>
          </p:cNvPr>
          <p:cNvGrpSpPr/>
          <p:nvPr/>
        </p:nvGrpSpPr>
        <p:grpSpPr>
          <a:xfrm>
            <a:off x="5856409" y="3859754"/>
            <a:ext cx="822251" cy="1885507"/>
            <a:chOff x="2048540" y="1601972"/>
            <a:chExt cx="822251" cy="1885507"/>
          </a:xfrm>
        </p:grpSpPr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86987CD2-893B-CC2C-0E02-67888B1B2211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6C197A05-EC1E-EE4D-9406-A753B2C64697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D511B935-AAC1-9B56-5B3B-55FD92E58297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7BEAF7CB-4A86-CE61-0DC7-DBED7FE67805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03E4F865-5C11-F543-03CF-E8A9776E46CA}"/>
              </a:ext>
            </a:extLst>
          </p:cNvPr>
          <p:cNvGrpSpPr/>
          <p:nvPr/>
        </p:nvGrpSpPr>
        <p:grpSpPr>
          <a:xfrm>
            <a:off x="7620001" y="3851833"/>
            <a:ext cx="822251" cy="1885507"/>
            <a:chOff x="2048540" y="1601972"/>
            <a:chExt cx="822251" cy="1885507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AA20B3C9-8E02-36CD-18EE-E194F56EBB23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4840FF27-249A-F9FC-F911-209B891E1E2D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9FDC12A2-6202-22B1-7B9D-346BC3736BAB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6FD677CF-D404-5CA1-2CB5-22BBCE31094E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9905FEBD-9674-87F2-7E8C-E50EA123E065}"/>
              </a:ext>
            </a:extLst>
          </p:cNvPr>
          <p:cNvGrpSpPr/>
          <p:nvPr/>
        </p:nvGrpSpPr>
        <p:grpSpPr>
          <a:xfrm>
            <a:off x="8780363" y="3851833"/>
            <a:ext cx="822251" cy="1885507"/>
            <a:chOff x="2048540" y="1601972"/>
            <a:chExt cx="822251" cy="1885507"/>
          </a:xfrm>
        </p:grpSpPr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37640C96-A423-767E-8900-0BB3083D5C2A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56A51919-605D-D7A3-A766-AE762D810784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C6D0F38E-41DE-8A04-7568-A6B7C7283E60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3F451448-9DE4-49E7-562C-AC11BC35E532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05BA2DF9-EF09-DC12-7A7A-E4D437C68078}"/>
              </a:ext>
            </a:extLst>
          </p:cNvPr>
          <p:cNvSpPr txBox="1"/>
          <p:nvPr/>
        </p:nvSpPr>
        <p:spPr>
          <a:xfrm>
            <a:off x="10962167" y="4387009"/>
            <a:ext cx="5309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dirty="0"/>
              <a:t>Y</a:t>
            </a:r>
            <a:endParaRPr lang="ko-KR" altLang="en-US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8EB6218-820F-89B9-BE9A-6C447DF369B3}"/>
                  </a:ext>
                </a:extLst>
              </p:cNvPr>
              <p:cNvSpPr txBox="1"/>
              <p:nvPr/>
            </p:nvSpPr>
            <p:spPr>
              <a:xfrm>
                <a:off x="4734203" y="5774749"/>
                <a:ext cx="780085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40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8EB6218-820F-89B9-BE9A-6C447DF36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4203" y="5774749"/>
                <a:ext cx="780085" cy="6155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4D91A3DC-DA01-E3D3-96BF-BB39214AC9FC}"/>
              </a:ext>
            </a:extLst>
          </p:cNvPr>
          <p:cNvSpPr txBox="1"/>
          <p:nvPr/>
        </p:nvSpPr>
        <p:spPr>
          <a:xfrm>
            <a:off x="5435801" y="5990192"/>
            <a:ext cx="15650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Activation</a:t>
            </a:r>
            <a:endParaRPr lang="ko-KR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010F631-DB46-B47A-BDEA-A1D93CD718CE}"/>
                  </a:ext>
                </a:extLst>
              </p:cNvPr>
              <p:cNvSpPr txBox="1"/>
              <p:nvPr/>
            </p:nvSpPr>
            <p:spPr>
              <a:xfrm>
                <a:off x="7718088" y="5783982"/>
                <a:ext cx="780085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4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010F631-DB46-B47A-BDEA-A1D93CD718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8088" y="5783982"/>
                <a:ext cx="780085" cy="6155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DF470B69-F5FA-8119-4A06-F185BAAA7611}"/>
              </a:ext>
            </a:extLst>
          </p:cNvPr>
          <p:cNvSpPr txBox="1"/>
          <p:nvPr/>
        </p:nvSpPr>
        <p:spPr>
          <a:xfrm>
            <a:off x="8419686" y="5999425"/>
            <a:ext cx="15650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Activation</a:t>
            </a:r>
            <a:endParaRPr lang="ko-KR" altLang="en-US" sz="2000" dirty="0"/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1D7B8195-471C-2450-1632-2EFF7E93FD50}"/>
              </a:ext>
            </a:extLst>
          </p:cNvPr>
          <p:cNvCxnSpPr>
            <a:cxnSpLocks/>
            <a:stCxn id="15" idx="3"/>
            <a:endCxn id="20" idx="1"/>
          </p:cNvCxnSpPr>
          <p:nvPr/>
        </p:nvCxnSpPr>
        <p:spPr>
          <a:xfrm flipV="1">
            <a:off x="3754706" y="4802508"/>
            <a:ext cx="941341" cy="8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63B20605-5F61-19AF-9551-BA012700D378}"/>
              </a:ext>
            </a:extLst>
          </p:cNvPr>
          <p:cNvCxnSpPr>
            <a:cxnSpLocks/>
            <a:stCxn id="25" idx="3"/>
            <a:endCxn id="30" idx="1"/>
          </p:cNvCxnSpPr>
          <p:nvPr/>
        </p:nvCxnSpPr>
        <p:spPr>
          <a:xfrm flipV="1">
            <a:off x="6678660" y="4794587"/>
            <a:ext cx="941341" cy="79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7F91EA44-F8BB-2367-5E28-F377147C5FE8}"/>
              </a:ext>
            </a:extLst>
          </p:cNvPr>
          <p:cNvCxnSpPr>
            <a:cxnSpLocks/>
            <a:stCxn id="35" idx="3"/>
            <a:endCxn id="39" idx="1"/>
          </p:cNvCxnSpPr>
          <p:nvPr/>
        </p:nvCxnSpPr>
        <p:spPr>
          <a:xfrm>
            <a:off x="9602614" y="4794587"/>
            <a:ext cx="1359553" cy="79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232E2BD-F0A7-2625-2510-3E81F5E09F35}"/>
              </a:ext>
            </a:extLst>
          </p:cNvPr>
          <p:cNvSpPr txBox="1"/>
          <p:nvPr/>
        </p:nvSpPr>
        <p:spPr>
          <a:xfrm>
            <a:off x="38620" y="5218006"/>
            <a:ext cx="16700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Input</a:t>
            </a:r>
            <a:r>
              <a:rPr lang="ko-KR" altLang="en-US" sz="2000" dirty="0"/>
              <a:t> </a:t>
            </a:r>
            <a:r>
              <a:rPr lang="en-US" altLang="ko-KR" sz="2000" dirty="0"/>
              <a:t>layer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3EF3583-BAAB-8A51-2FFC-FFB9B6A8ADA8}"/>
              </a:ext>
            </a:extLst>
          </p:cNvPr>
          <p:cNvSpPr txBox="1"/>
          <p:nvPr/>
        </p:nvSpPr>
        <p:spPr>
          <a:xfrm>
            <a:off x="10391553" y="5242370"/>
            <a:ext cx="16700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Output</a:t>
            </a:r>
            <a:r>
              <a:rPr lang="ko-KR" altLang="en-US" sz="2000" dirty="0"/>
              <a:t> </a:t>
            </a:r>
            <a:r>
              <a:rPr lang="en-US" altLang="ko-KR" sz="2000" dirty="0"/>
              <a:t>layer</a:t>
            </a:r>
            <a:endParaRPr lang="ko-KR" altLang="en-US" sz="2000" dirty="0"/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CC80C86B-AC63-AFE0-E06B-A611611ACAD1}"/>
              </a:ext>
            </a:extLst>
          </p:cNvPr>
          <p:cNvCxnSpPr>
            <a:cxnSpLocks/>
          </p:cNvCxnSpPr>
          <p:nvPr/>
        </p:nvCxnSpPr>
        <p:spPr>
          <a:xfrm>
            <a:off x="7654147" y="6279602"/>
            <a:ext cx="844026" cy="38201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FF1C2B3A-A7A0-CC30-62C0-44670B9E2214}"/>
              </a:ext>
            </a:extLst>
          </p:cNvPr>
          <p:cNvCxnSpPr>
            <a:cxnSpLocks/>
          </p:cNvCxnSpPr>
          <p:nvPr/>
        </p:nvCxnSpPr>
        <p:spPr>
          <a:xfrm>
            <a:off x="4935844" y="6361647"/>
            <a:ext cx="498020" cy="15785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85698C0E-7239-D20B-9CD8-BAF5D694AAB2}"/>
              </a:ext>
            </a:extLst>
          </p:cNvPr>
          <p:cNvCxnSpPr>
            <a:cxnSpLocks/>
          </p:cNvCxnSpPr>
          <p:nvPr/>
        </p:nvCxnSpPr>
        <p:spPr>
          <a:xfrm>
            <a:off x="2031569" y="6361647"/>
            <a:ext cx="290703" cy="9894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E885D0F-759B-6908-7B30-3EB1F97F5731}"/>
                  </a:ext>
                </a:extLst>
              </p:cNvPr>
              <p:cNvSpPr txBox="1"/>
              <p:nvPr/>
            </p:nvSpPr>
            <p:spPr>
              <a:xfrm>
                <a:off x="7111616" y="6525438"/>
                <a:ext cx="148705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𝑔𝑟𝑎𝑑𝑖𝑒𝑛𝑡</m:t>
                      </m:r>
                    </m:oMath>
                  </m:oMathPara>
                </a14:m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E885D0F-759B-6908-7B30-3EB1F97F57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1616" y="6525438"/>
                <a:ext cx="1487055" cy="369332"/>
              </a:xfrm>
              <a:prstGeom prst="rect">
                <a:avLst/>
              </a:prstGeom>
              <a:blipFill>
                <a:blip r:embed="rId6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22704E5C-772E-3C51-0743-04A9F892A2FF}"/>
                  </a:ext>
                </a:extLst>
              </p:cNvPr>
              <p:cNvSpPr txBox="1"/>
              <p:nvPr/>
            </p:nvSpPr>
            <p:spPr>
              <a:xfrm>
                <a:off x="4441326" y="6504542"/>
                <a:ext cx="148705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𝑔𝑟𝑎𝑑𝑖𝑒𝑛𝑡</m:t>
                      </m:r>
                    </m:oMath>
                  </m:oMathPara>
                </a14:m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22704E5C-772E-3C51-0743-04A9F892A2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1326" y="6504542"/>
                <a:ext cx="1487055" cy="369332"/>
              </a:xfrm>
              <a:prstGeom prst="rect">
                <a:avLst/>
              </a:prstGeom>
              <a:blipFill>
                <a:blip r:embed="rId7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E2E75FC9-D4DF-5B78-4376-E4E6645D1818}"/>
                  </a:ext>
                </a:extLst>
              </p:cNvPr>
              <p:cNvSpPr txBox="1"/>
              <p:nvPr/>
            </p:nvSpPr>
            <p:spPr>
              <a:xfrm>
                <a:off x="1445400" y="6399535"/>
                <a:ext cx="148705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𝑔𝑟𝑎𝑑𝑖𝑒𝑛𝑡</m:t>
                      </m:r>
                    </m:oMath>
                  </m:oMathPara>
                </a14:m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E2E75FC9-D4DF-5B78-4376-E4E6645D18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5400" y="6399535"/>
                <a:ext cx="1487055" cy="369332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73799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그림 70">
            <a:extLst>
              <a:ext uri="{FF2B5EF4-FFF2-40B4-BE49-F238E27FC236}">
                <a16:creationId xmlns:a16="http://schemas.microsoft.com/office/drawing/2014/main" id="{03929904-8722-B873-3ABC-27F79B06A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200052"/>
          </a:xfrm>
          <a:prstGeom prst="rect">
            <a:avLst/>
          </a:prstGeom>
        </p:spPr>
      </p:pic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D03D32F-DFD5-B683-A3C1-CB17DEF01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41091"/>
            <a:ext cx="10515600" cy="2327564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Descriptor: </a:t>
            </a:r>
            <a:r>
              <a:rPr lang="ko-KR" altLang="en-US" dirty="0"/>
              <a:t>분자 구조를 수학적으로 해석 한 것</a:t>
            </a:r>
            <a:r>
              <a:rPr lang="en-US" altLang="ko-KR" dirty="0"/>
              <a:t>.</a:t>
            </a:r>
            <a:endParaRPr lang="ko-KR" altLang="en-US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전문가들이 개발한 수식을 바탕으로 분자 구조로부터 계산되는 값들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사람이 계산하지 말고</a:t>
            </a:r>
            <a:r>
              <a:rPr lang="en-US" altLang="ko-KR" dirty="0"/>
              <a:t>, </a:t>
            </a:r>
            <a:r>
              <a:rPr lang="ko-KR" altLang="en-US" dirty="0"/>
              <a:t>중요한 </a:t>
            </a:r>
            <a:r>
              <a:rPr lang="en-US" altLang="ko-KR" dirty="0"/>
              <a:t>feature</a:t>
            </a:r>
            <a:r>
              <a:rPr lang="ko-KR" altLang="en-US" dirty="0"/>
              <a:t>를 </a:t>
            </a:r>
            <a:r>
              <a:rPr lang="en-US" altLang="ko-KR" dirty="0"/>
              <a:t>neural net</a:t>
            </a:r>
            <a:r>
              <a:rPr lang="ko-KR" altLang="en-US" dirty="0"/>
              <a:t>이 알아서 찾아주면 좋겠는데</a:t>
            </a:r>
            <a:r>
              <a:rPr lang="en-US" altLang="ko-KR" dirty="0"/>
              <a:t>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2B24F1-AEC6-9FB1-A0C4-BF1C81A19C7D}"/>
              </a:ext>
            </a:extLst>
          </p:cNvPr>
          <p:cNvSpPr txBox="1"/>
          <p:nvPr/>
        </p:nvSpPr>
        <p:spPr>
          <a:xfrm>
            <a:off x="757382" y="5680363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딥러닝</a:t>
            </a:r>
            <a:r>
              <a:rPr lang="en-US" altLang="ko-KR" dirty="0"/>
              <a:t>: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386125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그룹 71">
            <a:extLst>
              <a:ext uri="{FF2B5EF4-FFF2-40B4-BE49-F238E27FC236}">
                <a16:creationId xmlns:a16="http://schemas.microsoft.com/office/drawing/2014/main" id="{334F239B-DA81-4C73-AB9D-DA8A06F004E3}"/>
              </a:ext>
            </a:extLst>
          </p:cNvPr>
          <p:cNvGrpSpPr/>
          <p:nvPr/>
        </p:nvGrpSpPr>
        <p:grpSpPr>
          <a:xfrm>
            <a:off x="3893877" y="280583"/>
            <a:ext cx="822251" cy="1885507"/>
            <a:chOff x="2048540" y="1601972"/>
            <a:chExt cx="822251" cy="1885507"/>
          </a:xfrm>
        </p:grpSpPr>
        <p:sp>
          <p:nvSpPr>
            <p:cNvPr id="73" name="사각형: 둥근 모서리 72">
              <a:extLst>
                <a:ext uri="{FF2B5EF4-FFF2-40B4-BE49-F238E27FC236}">
                  <a16:creationId xmlns:a16="http://schemas.microsoft.com/office/drawing/2014/main" id="{93BBC370-7156-D73A-896B-0A40B18CF412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42661454-D418-70D0-761C-40AF664F9407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D53B3AB4-DF6C-DAE1-D5FC-5915DD1065A0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3A85F403-0F67-F9C4-3F1C-3F0A2C386262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15B8B976-79F3-E02E-DBEE-189992CF18D4}"/>
              </a:ext>
            </a:extLst>
          </p:cNvPr>
          <p:cNvGrpSpPr/>
          <p:nvPr/>
        </p:nvGrpSpPr>
        <p:grpSpPr>
          <a:xfrm>
            <a:off x="4868526" y="280582"/>
            <a:ext cx="822251" cy="1885507"/>
            <a:chOff x="2048540" y="1601972"/>
            <a:chExt cx="822251" cy="1885507"/>
          </a:xfrm>
        </p:grpSpPr>
        <p:sp>
          <p:nvSpPr>
            <p:cNvPr id="78" name="사각형: 둥근 모서리 77">
              <a:extLst>
                <a:ext uri="{FF2B5EF4-FFF2-40B4-BE49-F238E27FC236}">
                  <a16:creationId xmlns:a16="http://schemas.microsoft.com/office/drawing/2014/main" id="{5EF78813-E53C-EE21-A567-6AB3928FCE1A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2BC1879E-A1E8-FF2E-1763-BC8BC52295A6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902275FB-6729-1A09-0DF5-EEBE84A3ED96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D078E4DC-277F-A942-5088-ABDAADABEDC7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8DA4CF73-9BFB-6D93-B4AC-ADB2F755937C}"/>
              </a:ext>
            </a:extLst>
          </p:cNvPr>
          <p:cNvGrpSpPr/>
          <p:nvPr/>
        </p:nvGrpSpPr>
        <p:grpSpPr>
          <a:xfrm>
            <a:off x="5765233" y="286922"/>
            <a:ext cx="822251" cy="1885507"/>
            <a:chOff x="2048540" y="1601972"/>
            <a:chExt cx="822251" cy="1885507"/>
          </a:xfrm>
        </p:grpSpPr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E6F429F0-8BC9-AA17-B439-0F3BF5146C2A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7E01B2E3-C6FB-3060-A109-BC3E40867B58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18E5C7F8-3271-F0AA-49CE-3F803D28D658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타원 85">
              <a:extLst>
                <a:ext uri="{FF2B5EF4-FFF2-40B4-BE49-F238E27FC236}">
                  <a16:creationId xmlns:a16="http://schemas.microsoft.com/office/drawing/2014/main" id="{47759637-2F55-BB89-4513-99A1F4AFA7F6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54ED8229-0C16-70F8-C6FF-C0D1C66B3369}"/>
              </a:ext>
            </a:extLst>
          </p:cNvPr>
          <p:cNvGrpSpPr/>
          <p:nvPr/>
        </p:nvGrpSpPr>
        <p:grpSpPr>
          <a:xfrm>
            <a:off x="6679604" y="280582"/>
            <a:ext cx="822251" cy="1885507"/>
            <a:chOff x="2048540" y="1601972"/>
            <a:chExt cx="822251" cy="1885507"/>
          </a:xfrm>
        </p:grpSpPr>
        <p:sp>
          <p:nvSpPr>
            <p:cNvPr id="88" name="사각형: 둥근 모서리 87">
              <a:extLst>
                <a:ext uri="{FF2B5EF4-FFF2-40B4-BE49-F238E27FC236}">
                  <a16:creationId xmlns:a16="http://schemas.microsoft.com/office/drawing/2014/main" id="{3D13B619-30E2-DFEC-1BA2-934687FF4B74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타원 88">
              <a:extLst>
                <a:ext uri="{FF2B5EF4-FFF2-40B4-BE49-F238E27FC236}">
                  <a16:creationId xmlns:a16="http://schemas.microsoft.com/office/drawing/2014/main" id="{FAC49F94-9F37-052C-4956-A18ECC3D2820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5117A725-34EE-8DF0-139F-CFCC38FDE1CD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타원 90">
              <a:extLst>
                <a:ext uri="{FF2B5EF4-FFF2-40B4-BE49-F238E27FC236}">
                  <a16:creationId xmlns:a16="http://schemas.microsoft.com/office/drawing/2014/main" id="{3143D152-C724-D08E-E515-C9FFDF4FD37E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E86C9D71-AFDC-B93A-A063-72A566CC9EFD}"/>
              </a:ext>
            </a:extLst>
          </p:cNvPr>
          <p:cNvCxnSpPr>
            <a:cxnSpLocks/>
            <a:endCxn id="73" idx="1"/>
          </p:cNvCxnSpPr>
          <p:nvPr/>
        </p:nvCxnSpPr>
        <p:spPr>
          <a:xfrm>
            <a:off x="3065396" y="1214586"/>
            <a:ext cx="828481" cy="87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F184D797-9E2C-ABF1-97A8-4037995DDD5E}"/>
              </a:ext>
            </a:extLst>
          </p:cNvPr>
          <p:cNvSpPr txBox="1"/>
          <p:nvPr/>
        </p:nvSpPr>
        <p:spPr>
          <a:xfrm>
            <a:off x="9178614" y="807836"/>
            <a:ext cx="47160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dirty="0"/>
              <a:t>x</a:t>
            </a:r>
            <a:endParaRPr lang="ko-KR" altLang="en-US" sz="4800" dirty="0"/>
          </a:p>
        </p:txBody>
      </p: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05B03785-C1BF-83E1-1BE4-4E7E15E94C6A}"/>
              </a:ext>
            </a:extLst>
          </p:cNvPr>
          <p:cNvCxnSpPr>
            <a:cxnSpLocks/>
            <a:stCxn id="88" idx="3"/>
            <a:endCxn id="97" idx="1"/>
          </p:cNvCxnSpPr>
          <p:nvPr/>
        </p:nvCxnSpPr>
        <p:spPr>
          <a:xfrm flipV="1">
            <a:off x="7501855" y="1223335"/>
            <a:ext cx="167675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48494087-4EDB-1ED8-F4E3-EDC34DB46578}"/>
              </a:ext>
            </a:extLst>
          </p:cNvPr>
          <p:cNvSpPr txBox="1"/>
          <p:nvPr/>
        </p:nvSpPr>
        <p:spPr>
          <a:xfrm>
            <a:off x="3826609" y="2293527"/>
            <a:ext cx="38429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Convolutional neural network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74E7719-28A2-C81B-CB4F-15E19724D70F}"/>
              </a:ext>
            </a:extLst>
          </p:cNvPr>
          <p:cNvSpPr txBox="1"/>
          <p:nvPr/>
        </p:nvSpPr>
        <p:spPr>
          <a:xfrm>
            <a:off x="7710869" y="1613183"/>
            <a:ext cx="32042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Embedding vector</a:t>
            </a:r>
          </a:p>
        </p:txBody>
      </p:sp>
      <p:cxnSp>
        <p:nvCxnSpPr>
          <p:cNvPr id="107" name="연결선: 꺾임 106">
            <a:extLst>
              <a:ext uri="{FF2B5EF4-FFF2-40B4-BE49-F238E27FC236}">
                <a16:creationId xmlns:a16="http://schemas.microsoft.com/office/drawing/2014/main" id="{C35DE943-AD15-E3C8-6F4A-71AE91A2D879}"/>
              </a:ext>
            </a:extLst>
          </p:cNvPr>
          <p:cNvCxnSpPr>
            <a:cxnSpLocks/>
            <a:stCxn id="103" idx="2"/>
            <a:endCxn id="110" idx="0"/>
          </p:cNvCxnSpPr>
          <p:nvPr/>
        </p:nvCxnSpPr>
        <p:spPr>
          <a:xfrm rot="5400000">
            <a:off x="4824454" y="-627941"/>
            <a:ext cx="1847294" cy="7129763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D95A3A58-F915-0261-357F-3C318E1890EE}"/>
              </a:ext>
            </a:extLst>
          </p:cNvPr>
          <p:cNvGrpSpPr/>
          <p:nvPr/>
        </p:nvGrpSpPr>
        <p:grpSpPr>
          <a:xfrm>
            <a:off x="1772093" y="3860587"/>
            <a:ext cx="822251" cy="1885507"/>
            <a:chOff x="2048540" y="1601972"/>
            <a:chExt cx="822251" cy="1885507"/>
          </a:xfrm>
        </p:grpSpPr>
        <p:sp>
          <p:nvSpPr>
            <p:cNvPr id="110" name="사각형: 둥근 모서리 109">
              <a:extLst>
                <a:ext uri="{FF2B5EF4-FFF2-40B4-BE49-F238E27FC236}">
                  <a16:creationId xmlns:a16="http://schemas.microsoft.com/office/drawing/2014/main" id="{9A7E8558-77E0-3DCA-FC31-9A9C74EAFA7B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타원 110">
              <a:extLst>
                <a:ext uri="{FF2B5EF4-FFF2-40B4-BE49-F238E27FC236}">
                  <a16:creationId xmlns:a16="http://schemas.microsoft.com/office/drawing/2014/main" id="{64760ABB-98D3-05D7-C510-DB39381E8158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" name="타원 111">
              <a:extLst>
                <a:ext uri="{FF2B5EF4-FFF2-40B4-BE49-F238E27FC236}">
                  <a16:creationId xmlns:a16="http://schemas.microsoft.com/office/drawing/2014/main" id="{583E4463-1E9C-307B-41C9-6B3A07CF06EE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" name="타원 112">
              <a:extLst>
                <a:ext uri="{FF2B5EF4-FFF2-40B4-BE49-F238E27FC236}">
                  <a16:creationId xmlns:a16="http://schemas.microsoft.com/office/drawing/2014/main" id="{901B3E20-78D0-FBCE-2723-24E94C8C79B0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4" name="TextBox 113">
            <a:extLst>
              <a:ext uri="{FF2B5EF4-FFF2-40B4-BE49-F238E27FC236}">
                <a16:creationId xmlns:a16="http://schemas.microsoft.com/office/drawing/2014/main" id="{3F267212-5A03-2711-833B-39B647F9063D}"/>
              </a:ext>
            </a:extLst>
          </p:cNvPr>
          <p:cNvSpPr txBox="1"/>
          <p:nvPr/>
        </p:nvSpPr>
        <p:spPr>
          <a:xfrm>
            <a:off x="623777" y="4387009"/>
            <a:ext cx="47160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dirty="0"/>
              <a:t>x</a:t>
            </a:r>
            <a:endParaRPr lang="ko-KR" altLang="en-US" sz="4800" dirty="0"/>
          </a:p>
        </p:txBody>
      </p: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B3B283BE-9C2E-5F5D-B695-71F3054B6366}"/>
              </a:ext>
            </a:extLst>
          </p:cNvPr>
          <p:cNvCxnSpPr>
            <a:stCxn id="114" idx="3"/>
            <a:endCxn id="110" idx="1"/>
          </p:cNvCxnSpPr>
          <p:nvPr/>
        </p:nvCxnSpPr>
        <p:spPr>
          <a:xfrm>
            <a:off x="1095381" y="4802508"/>
            <a:ext cx="676712" cy="8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AF348E1E-4F0E-4CF7-15F8-15CDCC3D85B2}"/>
                  </a:ext>
                </a:extLst>
              </p:cNvPr>
              <p:cNvSpPr txBox="1"/>
              <p:nvPr/>
            </p:nvSpPr>
            <p:spPr>
              <a:xfrm>
                <a:off x="1826121" y="5746094"/>
                <a:ext cx="768223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4000" dirty="0"/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AF348E1E-4F0E-4CF7-15F8-15CDCC3D8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6121" y="5746094"/>
                <a:ext cx="768223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" name="TextBox 116">
            <a:extLst>
              <a:ext uri="{FF2B5EF4-FFF2-40B4-BE49-F238E27FC236}">
                <a16:creationId xmlns:a16="http://schemas.microsoft.com/office/drawing/2014/main" id="{64C24B8E-C2BC-24F7-EAC2-AFCF2D064094}"/>
              </a:ext>
            </a:extLst>
          </p:cNvPr>
          <p:cNvSpPr txBox="1"/>
          <p:nvPr/>
        </p:nvSpPr>
        <p:spPr>
          <a:xfrm>
            <a:off x="2527719" y="5961537"/>
            <a:ext cx="15650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Activation</a:t>
            </a:r>
            <a:endParaRPr lang="ko-KR" altLang="en-US" sz="2000" dirty="0"/>
          </a:p>
        </p:txBody>
      </p: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94604338-B1BA-FC32-0DE5-2E0F966FA42A}"/>
              </a:ext>
            </a:extLst>
          </p:cNvPr>
          <p:cNvGrpSpPr/>
          <p:nvPr/>
        </p:nvGrpSpPr>
        <p:grpSpPr>
          <a:xfrm>
            <a:off x="2932455" y="3860587"/>
            <a:ext cx="822251" cy="1885507"/>
            <a:chOff x="2048540" y="1601972"/>
            <a:chExt cx="822251" cy="1885507"/>
          </a:xfrm>
        </p:grpSpPr>
        <p:sp>
          <p:nvSpPr>
            <p:cNvPr id="119" name="사각형: 둥근 모서리 118">
              <a:extLst>
                <a:ext uri="{FF2B5EF4-FFF2-40B4-BE49-F238E27FC236}">
                  <a16:creationId xmlns:a16="http://schemas.microsoft.com/office/drawing/2014/main" id="{38F485B4-5B68-7C39-D177-42C0610BD7A2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" name="타원 119">
              <a:extLst>
                <a:ext uri="{FF2B5EF4-FFF2-40B4-BE49-F238E27FC236}">
                  <a16:creationId xmlns:a16="http://schemas.microsoft.com/office/drawing/2014/main" id="{83211D28-E3B4-6404-1B5F-D570ED82BF04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" name="타원 120">
              <a:extLst>
                <a:ext uri="{FF2B5EF4-FFF2-40B4-BE49-F238E27FC236}">
                  <a16:creationId xmlns:a16="http://schemas.microsoft.com/office/drawing/2014/main" id="{9AF01CE8-76BF-E370-703B-BD02C42305C7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" name="타원 121">
              <a:extLst>
                <a:ext uri="{FF2B5EF4-FFF2-40B4-BE49-F238E27FC236}">
                  <a16:creationId xmlns:a16="http://schemas.microsoft.com/office/drawing/2014/main" id="{37B93CD2-7DEE-4959-4370-F6AFDC62BE4F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60BB7405-EDA4-C354-2E25-105841E7C77A}"/>
              </a:ext>
            </a:extLst>
          </p:cNvPr>
          <p:cNvGrpSpPr/>
          <p:nvPr/>
        </p:nvGrpSpPr>
        <p:grpSpPr>
          <a:xfrm>
            <a:off x="4696047" y="3859754"/>
            <a:ext cx="822251" cy="1885507"/>
            <a:chOff x="2048540" y="1601972"/>
            <a:chExt cx="822251" cy="1885507"/>
          </a:xfrm>
        </p:grpSpPr>
        <p:sp>
          <p:nvSpPr>
            <p:cNvPr id="124" name="사각형: 둥근 모서리 123">
              <a:extLst>
                <a:ext uri="{FF2B5EF4-FFF2-40B4-BE49-F238E27FC236}">
                  <a16:creationId xmlns:a16="http://schemas.microsoft.com/office/drawing/2014/main" id="{F4FCFF61-A925-7991-CD11-9CAD62EC3F6D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" name="타원 124">
              <a:extLst>
                <a:ext uri="{FF2B5EF4-FFF2-40B4-BE49-F238E27FC236}">
                  <a16:creationId xmlns:a16="http://schemas.microsoft.com/office/drawing/2014/main" id="{4123BA4C-D896-B5AD-1B7D-E3FDDC004282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B4B0C81D-A7FA-0860-AD3F-58E517034CCA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" name="타원 126">
              <a:extLst>
                <a:ext uri="{FF2B5EF4-FFF2-40B4-BE49-F238E27FC236}">
                  <a16:creationId xmlns:a16="http://schemas.microsoft.com/office/drawing/2014/main" id="{1FAED810-AFC3-BBFA-66A0-9DAE8BC5D967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5B437734-E5F5-FEF1-C247-0199B8B96DEB}"/>
              </a:ext>
            </a:extLst>
          </p:cNvPr>
          <p:cNvGrpSpPr/>
          <p:nvPr/>
        </p:nvGrpSpPr>
        <p:grpSpPr>
          <a:xfrm>
            <a:off x="5856409" y="3859754"/>
            <a:ext cx="822251" cy="1885507"/>
            <a:chOff x="2048540" y="1601972"/>
            <a:chExt cx="822251" cy="1885507"/>
          </a:xfrm>
        </p:grpSpPr>
        <p:sp>
          <p:nvSpPr>
            <p:cNvPr id="129" name="사각형: 둥근 모서리 128">
              <a:extLst>
                <a:ext uri="{FF2B5EF4-FFF2-40B4-BE49-F238E27FC236}">
                  <a16:creationId xmlns:a16="http://schemas.microsoft.com/office/drawing/2014/main" id="{CAB07440-A7F7-015C-5605-691E4FFAB4F8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" name="타원 129">
              <a:extLst>
                <a:ext uri="{FF2B5EF4-FFF2-40B4-BE49-F238E27FC236}">
                  <a16:creationId xmlns:a16="http://schemas.microsoft.com/office/drawing/2014/main" id="{7BEC4021-EE23-AA7A-0424-7D6B60EAAC57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" name="타원 130">
              <a:extLst>
                <a:ext uri="{FF2B5EF4-FFF2-40B4-BE49-F238E27FC236}">
                  <a16:creationId xmlns:a16="http://schemas.microsoft.com/office/drawing/2014/main" id="{F0EA48AB-D480-5451-43E5-2F462E1FCABA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9D90792A-C5BA-B1BE-CD5B-AC2151BCAF77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83865512-CF89-4A15-2BED-BD3A8DDB47E1}"/>
              </a:ext>
            </a:extLst>
          </p:cNvPr>
          <p:cNvGrpSpPr/>
          <p:nvPr/>
        </p:nvGrpSpPr>
        <p:grpSpPr>
          <a:xfrm>
            <a:off x="7620001" y="3851833"/>
            <a:ext cx="822251" cy="1885507"/>
            <a:chOff x="2048540" y="1601972"/>
            <a:chExt cx="822251" cy="1885507"/>
          </a:xfrm>
        </p:grpSpPr>
        <p:sp>
          <p:nvSpPr>
            <p:cNvPr id="134" name="사각형: 둥근 모서리 133">
              <a:extLst>
                <a:ext uri="{FF2B5EF4-FFF2-40B4-BE49-F238E27FC236}">
                  <a16:creationId xmlns:a16="http://schemas.microsoft.com/office/drawing/2014/main" id="{36AE3627-D51E-5905-CDAA-5A889859B29E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" name="타원 134">
              <a:extLst>
                <a:ext uri="{FF2B5EF4-FFF2-40B4-BE49-F238E27FC236}">
                  <a16:creationId xmlns:a16="http://schemas.microsoft.com/office/drawing/2014/main" id="{BB59D79C-E31B-5EBD-DFDF-146F65693E51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타원 135">
              <a:extLst>
                <a:ext uri="{FF2B5EF4-FFF2-40B4-BE49-F238E27FC236}">
                  <a16:creationId xmlns:a16="http://schemas.microsoft.com/office/drawing/2014/main" id="{CD750F0D-E7E8-F356-1B24-8AD5BF7C5E6E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" name="타원 136">
              <a:extLst>
                <a:ext uri="{FF2B5EF4-FFF2-40B4-BE49-F238E27FC236}">
                  <a16:creationId xmlns:a16="http://schemas.microsoft.com/office/drawing/2014/main" id="{59395D22-5D51-9ADF-14D4-803FD9F9CE6E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618BF249-EE8C-5AE3-B34C-6C577AB4F29D}"/>
              </a:ext>
            </a:extLst>
          </p:cNvPr>
          <p:cNvGrpSpPr/>
          <p:nvPr/>
        </p:nvGrpSpPr>
        <p:grpSpPr>
          <a:xfrm>
            <a:off x="8780363" y="3851833"/>
            <a:ext cx="822251" cy="1885507"/>
            <a:chOff x="2048540" y="1601972"/>
            <a:chExt cx="822251" cy="1885507"/>
          </a:xfrm>
        </p:grpSpPr>
        <p:sp>
          <p:nvSpPr>
            <p:cNvPr id="139" name="사각형: 둥근 모서리 138">
              <a:extLst>
                <a:ext uri="{FF2B5EF4-FFF2-40B4-BE49-F238E27FC236}">
                  <a16:creationId xmlns:a16="http://schemas.microsoft.com/office/drawing/2014/main" id="{AD199A1B-F67A-F33C-FE1C-9DCFB8A1E0CB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" name="타원 139">
              <a:extLst>
                <a:ext uri="{FF2B5EF4-FFF2-40B4-BE49-F238E27FC236}">
                  <a16:creationId xmlns:a16="http://schemas.microsoft.com/office/drawing/2014/main" id="{8C0AD928-0F97-0D8F-C2CB-AA6C42F7B637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" name="타원 140">
              <a:extLst>
                <a:ext uri="{FF2B5EF4-FFF2-40B4-BE49-F238E27FC236}">
                  <a16:creationId xmlns:a16="http://schemas.microsoft.com/office/drawing/2014/main" id="{086A8E8F-0913-6C05-0F7A-CD228D179F06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타원 141">
              <a:extLst>
                <a:ext uri="{FF2B5EF4-FFF2-40B4-BE49-F238E27FC236}">
                  <a16:creationId xmlns:a16="http://schemas.microsoft.com/office/drawing/2014/main" id="{5FDA05A2-CFD1-904F-82EA-DD4B601F398A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3" name="TextBox 142">
            <a:extLst>
              <a:ext uri="{FF2B5EF4-FFF2-40B4-BE49-F238E27FC236}">
                <a16:creationId xmlns:a16="http://schemas.microsoft.com/office/drawing/2014/main" id="{BC2EC77B-E654-4BD1-62A1-91F289EF8417}"/>
              </a:ext>
            </a:extLst>
          </p:cNvPr>
          <p:cNvSpPr txBox="1"/>
          <p:nvPr/>
        </p:nvSpPr>
        <p:spPr>
          <a:xfrm>
            <a:off x="10962167" y="4387009"/>
            <a:ext cx="5309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dirty="0"/>
              <a:t>Y</a:t>
            </a:r>
            <a:endParaRPr lang="ko-KR" altLang="en-US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7B644710-A660-4C93-8E8D-4E51EAA27142}"/>
                  </a:ext>
                </a:extLst>
              </p:cNvPr>
              <p:cNvSpPr txBox="1"/>
              <p:nvPr/>
            </p:nvSpPr>
            <p:spPr>
              <a:xfrm>
                <a:off x="4734203" y="5774749"/>
                <a:ext cx="780085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4000" dirty="0"/>
              </a:p>
            </p:txBody>
          </p:sp>
        </mc:Choice>
        <mc:Fallback xmlns="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7B644710-A660-4C93-8E8D-4E51EAA271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4203" y="5774749"/>
                <a:ext cx="780085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TextBox 144">
            <a:extLst>
              <a:ext uri="{FF2B5EF4-FFF2-40B4-BE49-F238E27FC236}">
                <a16:creationId xmlns:a16="http://schemas.microsoft.com/office/drawing/2014/main" id="{988E41CB-36DC-9021-904A-D9D6DEE8F58B}"/>
              </a:ext>
            </a:extLst>
          </p:cNvPr>
          <p:cNvSpPr txBox="1"/>
          <p:nvPr/>
        </p:nvSpPr>
        <p:spPr>
          <a:xfrm>
            <a:off x="5435801" y="5990192"/>
            <a:ext cx="15650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Activation</a:t>
            </a:r>
            <a:endParaRPr lang="ko-KR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961A20CC-04E8-E322-4498-CC857A50AD19}"/>
                  </a:ext>
                </a:extLst>
              </p:cNvPr>
              <p:cNvSpPr txBox="1"/>
              <p:nvPr/>
            </p:nvSpPr>
            <p:spPr>
              <a:xfrm>
                <a:off x="7718088" y="5783982"/>
                <a:ext cx="780085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4000" dirty="0"/>
              </a:p>
            </p:txBody>
          </p:sp>
        </mc:Choice>
        <mc:Fallback xmlns="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961A20CC-04E8-E322-4498-CC857A50AD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8088" y="5783982"/>
                <a:ext cx="780085" cy="6155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7" name="TextBox 146">
            <a:extLst>
              <a:ext uri="{FF2B5EF4-FFF2-40B4-BE49-F238E27FC236}">
                <a16:creationId xmlns:a16="http://schemas.microsoft.com/office/drawing/2014/main" id="{1F576A90-365F-E9CA-FA2D-846CADA70D41}"/>
              </a:ext>
            </a:extLst>
          </p:cNvPr>
          <p:cNvSpPr txBox="1"/>
          <p:nvPr/>
        </p:nvSpPr>
        <p:spPr>
          <a:xfrm>
            <a:off x="8419686" y="5999425"/>
            <a:ext cx="15650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Activation</a:t>
            </a:r>
            <a:endParaRPr lang="ko-KR" altLang="en-US" sz="2000" dirty="0"/>
          </a:p>
        </p:txBody>
      </p:sp>
      <p:cxnSp>
        <p:nvCxnSpPr>
          <p:cNvPr id="148" name="직선 화살표 연결선 147">
            <a:extLst>
              <a:ext uri="{FF2B5EF4-FFF2-40B4-BE49-F238E27FC236}">
                <a16:creationId xmlns:a16="http://schemas.microsoft.com/office/drawing/2014/main" id="{DD7BD9DE-0E1F-ABCE-8A8E-6247CD9A8722}"/>
              </a:ext>
            </a:extLst>
          </p:cNvPr>
          <p:cNvCxnSpPr>
            <a:cxnSpLocks/>
            <a:stCxn id="119" idx="3"/>
            <a:endCxn id="124" idx="1"/>
          </p:cNvCxnSpPr>
          <p:nvPr/>
        </p:nvCxnSpPr>
        <p:spPr>
          <a:xfrm flipV="1">
            <a:off x="3754706" y="4802508"/>
            <a:ext cx="941341" cy="8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E1B84BCE-DBCB-123C-FD61-032700FA1C0D}"/>
              </a:ext>
            </a:extLst>
          </p:cNvPr>
          <p:cNvCxnSpPr>
            <a:cxnSpLocks/>
            <a:stCxn id="129" idx="3"/>
            <a:endCxn id="134" idx="1"/>
          </p:cNvCxnSpPr>
          <p:nvPr/>
        </p:nvCxnSpPr>
        <p:spPr>
          <a:xfrm flipV="1">
            <a:off x="6678660" y="4794587"/>
            <a:ext cx="941341" cy="79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0" name="직선 화살표 연결선 149">
            <a:extLst>
              <a:ext uri="{FF2B5EF4-FFF2-40B4-BE49-F238E27FC236}">
                <a16:creationId xmlns:a16="http://schemas.microsoft.com/office/drawing/2014/main" id="{F2892374-7FD2-7A0B-9C28-8034D1427891}"/>
              </a:ext>
            </a:extLst>
          </p:cNvPr>
          <p:cNvCxnSpPr>
            <a:cxnSpLocks/>
            <a:stCxn id="139" idx="3"/>
            <a:endCxn id="143" idx="1"/>
          </p:cNvCxnSpPr>
          <p:nvPr/>
        </p:nvCxnSpPr>
        <p:spPr>
          <a:xfrm>
            <a:off x="9602614" y="4794587"/>
            <a:ext cx="1359553" cy="79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9AD79964-B81D-A100-FC72-AAA2D2E7B02A}"/>
              </a:ext>
            </a:extLst>
          </p:cNvPr>
          <p:cNvSpPr txBox="1"/>
          <p:nvPr/>
        </p:nvSpPr>
        <p:spPr>
          <a:xfrm>
            <a:off x="38620" y="5218006"/>
            <a:ext cx="16700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Input</a:t>
            </a:r>
            <a:r>
              <a:rPr lang="ko-KR" altLang="en-US" sz="2000" dirty="0"/>
              <a:t> </a:t>
            </a:r>
            <a:r>
              <a:rPr lang="en-US" altLang="ko-KR" sz="2000" dirty="0"/>
              <a:t>layer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C7F6BC2C-39B1-D6C7-E819-861BDE41E5F8}"/>
              </a:ext>
            </a:extLst>
          </p:cNvPr>
          <p:cNvSpPr txBox="1"/>
          <p:nvPr/>
        </p:nvSpPr>
        <p:spPr>
          <a:xfrm>
            <a:off x="10391553" y="5242370"/>
            <a:ext cx="16700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Output</a:t>
            </a:r>
            <a:r>
              <a:rPr lang="ko-KR" altLang="en-US" sz="2000" dirty="0"/>
              <a:t> </a:t>
            </a:r>
            <a:r>
              <a:rPr lang="en-US" altLang="ko-KR" sz="2000" dirty="0"/>
              <a:t>layer</a:t>
            </a:r>
            <a:endParaRPr lang="ko-KR" altLang="en-US" sz="2000" dirty="0"/>
          </a:p>
        </p:txBody>
      </p:sp>
      <p:sp>
        <p:nvSpPr>
          <p:cNvPr id="101" name="&quot;허용 안 됨&quot; 기호 100">
            <a:extLst>
              <a:ext uri="{FF2B5EF4-FFF2-40B4-BE49-F238E27FC236}">
                <a16:creationId xmlns:a16="http://schemas.microsoft.com/office/drawing/2014/main" id="{0EB37268-1584-FBD6-5292-F0CCF255BAFF}"/>
              </a:ext>
            </a:extLst>
          </p:cNvPr>
          <p:cNvSpPr/>
          <p:nvPr/>
        </p:nvSpPr>
        <p:spPr>
          <a:xfrm>
            <a:off x="167612" y="4145600"/>
            <a:ext cx="1435426" cy="1435426"/>
          </a:xfrm>
          <a:prstGeom prst="noSmoking">
            <a:avLst>
              <a:gd name="adj" fmla="val 6697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E1DAFB7-5B39-8BCC-C78E-20E849F553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71" y="430379"/>
            <a:ext cx="2878239" cy="161900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5B873E3-1600-9B5A-808A-5557CAB37AA0}"/>
              </a:ext>
            </a:extLst>
          </p:cNvPr>
          <p:cNvSpPr txBox="1"/>
          <p:nvPr/>
        </p:nvSpPr>
        <p:spPr>
          <a:xfrm>
            <a:off x="7669593" y="338062"/>
            <a:ext cx="38429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/>
              <a:t>이미지에서 중요한 정보를 추출</a:t>
            </a:r>
            <a:endParaRPr lang="en-US" altLang="ko-KR" sz="2000" dirty="0"/>
          </a:p>
          <a:p>
            <a:pPr algn="ctr"/>
            <a:r>
              <a:rPr lang="ko-KR" altLang="en-US" sz="2000" dirty="0"/>
              <a:t>하기 위한 </a:t>
            </a:r>
            <a:r>
              <a:rPr lang="en-US" altLang="ko-KR" sz="2000" dirty="0"/>
              <a:t>weight</a:t>
            </a:r>
            <a:r>
              <a:rPr lang="ko-KR" altLang="en-US" sz="2000" dirty="0"/>
              <a:t>를 적용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1803920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그룹 71">
            <a:extLst>
              <a:ext uri="{FF2B5EF4-FFF2-40B4-BE49-F238E27FC236}">
                <a16:creationId xmlns:a16="http://schemas.microsoft.com/office/drawing/2014/main" id="{334F239B-DA81-4C73-AB9D-DA8A06F004E3}"/>
              </a:ext>
            </a:extLst>
          </p:cNvPr>
          <p:cNvGrpSpPr/>
          <p:nvPr/>
        </p:nvGrpSpPr>
        <p:grpSpPr>
          <a:xfrm>
            <a:off x="3893877" y="280583"/>
            <a:ext cx="822251" cy="1885507"/>
            <a:chOff x="2048540" y="1601972"/>
            <a:chExt cx="822251" cy="1885507"/>
          </a:xfrm>
        </p:grpSpPr>
        <p:sp>
          <p:nvSpPr>
            <p:cNvPr id="73" name="사각형: 둥근 모서리 72">
              <a:extLst>
                <a:ext uri="{FF2B5EF4-FFF2-40B4-BE49-F238E27FC236}">
                  <a16:creationId xmlns:a16="http://schemas.microsoft.com/office/drawing/2014/main" id="{93BBC370-7156-D73A-896B-0A40B18CF412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42661454-D418-70D0-761C-40AF664F9407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D53B3AB4-DF6C-DAE1-D5FC-5915DD1065A0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3A85F403-0F67-F9C4-3F1C-3F0A2C386262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15B8B976-79F3-E02E-DBEE-189992CF18D4}"/>
              </a:ext>
            </a:extLst>
          </p:cNvPr>
          <p:cNvGrpSpPr/>
          <p:nvPr/>
        </p:nvGrpSpPr>
        <p:grpSpPr>
          <a:xfrm>
            <a:off x="4868526" y="280582"/>
            <a:ext cx="822251" cy="1885507"/>
            <a:chOff x="2048540" y="1601972"/>
            <a:chExt cx="822251" cy="1885507"/>
          </a:xfrm>
        </p:grpSpPr>
        <p:sp>
          <p:nvSpPr>
            <p:cNvPr id="78" name="사각형: 둥근 모서리 77">
              <a:extLst>
                <a:ext uri="{FF2B5EF4-FFF2-40B4-BE49-F238E27FC236}">
                  <a16:creationId xmlns:a16="http://schemas.microsoft.com/office/drawing/2014/main" id="{5EF78813-E53C-EE21-A567-6AB3928FCE1A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2BC1879E-A1E8-FF2E-1763-BC8BC52295A6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902275FB-6729-1A09-0DF5-EEBE84A3ED96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D078E4DC-277F-A942-5088-ABDAADABEDC7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8DA4CF73-9BFB-6D93-B4AC-ADB2F755937C}"/>
              </a:ext>
            </a:extLst>
          </p:cNvPr>
          <p:cNvGrpSpPr/>
          <p:nvPr/>
        </p:nvGrpSpPr>
        <p:grpSpPr>
          <a:xfrm>
            <a:off x="5765233" y="286922"/>
            <a:ext cx="822251" cy="1885507"/>
            <a:chOff x="2048540" y="1601972"/>
            <a:chExt cx="822251" cy="1885507"/>
          </a:xfrm>
        </p:grpSpPr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E6F429F0-8BC9-AA17-B439-0F3BF5146C2A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7E01B2E3-C6FB-3060-A109-BC3E40867B58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18E5C7F8-3271-F0AA-49CE-3F803D28D658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타원 85">
              <a:extLst>
                <a:ext uri="{FF2B5EF4-FFF2-40B4-BE49-F238E27FC236}">
                  <a16:creationId xmlns:a16="http://schemas.microsoft.com/office/drawing/2014/main" id="{47759637-2F55-BB89-4513-99A1F4AFA7F6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54ED8229-0C16-70F8-C6FF-C0D1C66B3369}"/>
              </a:ext>
            </a:extLst>
          </p:cNvPr>
          <p:cNvGrpSpPr/>
          <p:nvPr/>
        </p:nvGrpSpPr>
        <p:grpSpPr>
          <a:xfrm>
            <a:off x="6679604" y="280582"/>
            <a:ext cx="822251" cy="1885507"/>
            <a:chOff x="2048540" y="1601972"/>
            <a:chExt cx="822251" cy="1885507"/>
          </a:xfrm>
        </p:grpSpPr>
        <p:sp>
          <p:nvSpPr>
            <p:cNvPr id="88" name="사각형: 둥근 모서리 87">
              <a:extLst>
                <a:ext uri="{FF2B5EF4-FFF2-40B4-BE49-F238E27FC236}">
                  <a16:creationId xmlns:a16="http://schemas.microsoft.com/office/drawing/2014/main" id="{3D13B619-30E2-DFEC-1BA2-934687FF4B74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타원 88">
              <a:extLst>
                <a:ext uri="{FF2B5EF4-FFF2-40B4-BE49-F238E27FC236}">
                  <a16:creationId xmlns:a16="http://schemas.microsoft.com/office/drawing/2014/main" id="{FAC49F94-9F37-052C-4956-A18ECC3D2820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5117A725-34EE-8DF0-139F-CFCC38FDE1CD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타원 90">
              <a:extLst>
                <a:ext uri="{FF2B5EF4-FFF2-40B4-BE49-F238E27FC236}">
                  <a16:creationId xmlns:a16="http://schemas.microsoft.com/office/drawing/2014/main" id="{3143D152-C724-D08E-E515-C9FFDF4FD37E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E86C9D71-AFDC-B93A-A063-72A566CC9EFD}"/>
              </a:ext>
            </a:extLst>
          </p:cNvPr>
          <p:cNvCxnSpPr>
            <a:cxnSpLocks/>
            <a:endCxn id="73" idx="1"/>
          </p:cNvCxnSpPr>
          <p:nvPr/>
        </p:nvCxnSpPr>
        <p:spPr>
          <a:xfrm>
            <a:off x="3065396" y="1214586"/>
            <a:ext cx="828481" cy="87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F184D797-9E2C-ABF1-97A8-4037995DDD5E}"/>
              </a:ext>
            </a:extLst>
          </p:cNvPr>
          <p:cNvSpPr txBox="1"/>
          <p:nvPr/>
        </p:nvSpPr>
        <p:spPr>
          <a:xfrm>
            <a:off x="9178614" y="807836"/>
            <a:ext cx="47160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dirty="0"/>
              <a:t>x</a:t>
            </a:r>
            <a:endParaRPr lang="ko-KR" altLang="en-US" sz="4800" dirty="0"/>
          </a:p>
        </p:txBody>
      </p: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05B03785-C1BF-83E1-1BE4-4E7E15E94C6A}"/>
              </a:ext>
            </a:extLst>
          </p:cNvPr>
          <p:cNvCxnSpPr>
            <a:cxnSpLocks/>
            <a:stCxn id="88" idx="3"/>
            <a:endCxn id="97" idx="1"/>
          </p:cNvCxnSpPr>
          <p:nvPr/>
        </p:nvCxnSpPr>
        <p:spPr>
          <a:xfrm flipV="1">
            <a:off x="7501855" y="1223335"/>
            <a:ext cx="167675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48494087-4EDB-1ED8-F4E3-EDC34DB46578}"/>
              </a:ext>
            </a:extLst>
          </p:cNvPr>
          <p:cNvSpPr txBox="1"/>
          <p:nvPr/>
        </p:nvSpPr>
        <p:spPr>
          <a:xfrm>
            <a:off x="4241062" y="2282847"/>
            <a:ext cx="32042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Recurrent neural network</a:t>
            </a:r>
          </a:p>
          <a:p>
            <a:pPr algn="ctr"/>
            <a:r>
              <a:rPr lang="en-US" altLang="ko-KR" sz="2000" dirty="0"/>
              <a:t>&amp; transformer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74E7719-28A2-C81B-CB4F-15E19724D70F}"/>
              </a:ext>
            </a:extLst>
          </p:cNvPr>
          <p:cNvSpPr txBox="1"/>
          <p:nvPr/>
        </p:nvSpPr>
        <p:spPr>
          <a:xfrm>
            <a:off x="7710869" y="1613183"/>
            <a:ext cx="32042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Embedding vector</a:t>
            </a:r>
          </a:p>
        </p:txBody>
      </p:sp>
      <p:cxnSp>
        <p:nvCxnSpPr>
          <p:cNvPr id="107" name="연결선: 꺾임 106">
            <a:extLst>
              <a:ext uri="{FF2B5EF4-FFF2-40B4-BE49-F238E27FC236}">
                <a16:creationId xmlns:a16="http://schemas.microsoft.com/office/drawing/2014/main" id="{C35DE943-AD15-E3C8-6F4A-71AE91A2D879}"/>
              </a:ext>
            </a:extLst>
          </p:cNvPr>
          <p:cNvCxnSpPr>
            <a:cxnSpLocks/>
            <a:stCxn id="103" idx="2"/>
            <a:endCxn id="110" idx="0"/>
          </p:cNvCxnSpPr>
          <p:nvPr/>
        </p:nvCxnSpPr>
        <p:spPr>
          <a:xfrm rot="5400000">
            <a:off x="4824454" y="-627941"/>
            <a:ext cx="1847294" cy="7129763"/>
          </a:xfrm>
          <a:prstGeom prst="bentConnector3">
            <a:avLst>
              <a:gd name="adj1" fmla="val 605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D95A3A58-F915-0261-357F-3C318E1890EE}"/>
              </a:ext>
            </a:extLst>
          </p:cNvPr>
          <p:cNvGrpSpPr/>
          <p:nvPr/>
        </p:nvGrpSpPr>
        <p:grpSpPr>
          <a:xfrm>
            <a:off x="1772093" y="3860587"/>
            <a:ext cx="822251" cy="1885507"/>
            <a:chOff x="2048540" y="1601972"/>
            <a:chExt cx="822251" cy="1885507"/>
          </a:xfrm>
        </p:grpSpPr>
        <p:sp>
          <p:nvSpPr>
            <p:cNvPr id="110" name="사각형: 둥근 모서리 109">
              <a:extLst>
                <a:ext uri="{FF2B5EF4-FFF2-40B4-BE49-F238E27FC236}">
                  <a16:creationId xmlns:a16="http://schemas.microsoft.com/office/drawing/2014/main" id="{9A7E8558-77E0-3DCA-FC31-9A9C74EAFA7B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타원 110">
              <a:extLst>
                <a:ext uri="{FF2B5EF4-FFF2-40B4-BE49-F238E27FC236}">
                  <a16:creationId xmlns:a16="http://schemas.microsoft.com/office/drawing/2014/main" id="{64760ABB-98D3-05D7-C510-DB39381E8158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" name="타원 111">
              <a:extLst>
                <a:ext uri="{FF2B5EF4-FFF2-40B4-BE49-F238E27FC236}">
                  <a16:creationId xmlns:a16="http://schemas.microsoft.com/office/drawing/2014/main" id="{583E4463-1E9C-307B-41C9-6B3A07CF06EE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" name="타원 112">
              <a:extLst>
                <a:ext uri="{FF2B5EF4-FFF2-40B4-BE49-F238E27FC236}">
                  <a16:creationId xmlns:a16="http://schemas.microsoft.com/office/drawing/2014/main" id="{901B3E20-78D0-FBCE-2723-24E94C8C79B0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4" name="TextBox 113">
            <a:extLst>
              <a:ext uri="{FF2B5EF4-FFF2-40B4-BE49-F238E27FC236}">
                <a16:creationId xmlns:a16="http://schemas.microsoft.com/office/drawing/2014/main" id="{3F267212-5A03-2711-833B-39B647F9063D}"/>
              </a:ext>
            </a:extLst>
          </p:cNvPr>
          <p:cNvSpPr txBox="1"/>
          <p:nvPr/>
        </p:nvSpPr>
        <p:spPr>
          <a:xfrm>
            <a:off x="623777" y="4387009"/>
            <a:ext cx="47160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dirty="0"/>
              <a:t>x</a:t>
            </a:r>
            <a:endParaRPr lang="ko-KR" altLang="en-US" sz="4800" dirty="0"/>
          </a:p>
        </p:txBody>
      </p: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B3B283BE-9C2E-5F5D-B695-71F3054B6366}"/>
              </a:ext>
            </a:extLst>
          </p:cNvPr>
          <p:cNvCxnSpPr>
            <a:stCxn id="114" idx="3"/>
            <a:endCxn id="110" idx="1"/>
          </p:cNvCxnSpPr>
          <p:nvPr/>
        </p:nvCxnSpPr>
        <p:spPr>
          <a:xfrm>
            <a:off x="1095381" y="4802508"/>
            <a:ext cx="676712" cy="8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AF348E1E-4F0E-4CF7-15F8-15CDCC3D85B2}"/>
                  </a:ext>
                </a:extLst>
              </p:cNvPr>
              <p:cNvSpPr txBox="1"/>
              <p:nvPr/>
            </p:nvSpPr>
            <p:spPr>
              <a:xfrm>
                <a:off x="1826121" y="5746094"/>
                <a:ext cx="768223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4000" dirty="0"/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AF348E1E-4F0E-4CF7-15F8-15CDCC3D8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6121" y="5746094"/>
                <a:ext cx="768223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" name="TextBox 116">
            <a:extLst>
              <a:ext uri="{FF2B5EF4-FFF2-40B4-BE49-F238E27FC236}">
                <a16:creationId xmlns:a16="http://schemas.microsoft.com/office/drawing/2014/main" id="{64C24B8E-C2BC-24F7-EAC2-AFCF2D064094}"/>
              </a:ext>
            </a:extLst>
          </p:cNvPr>
          <p:cNvSpPr txBox="1"/>
          <p:nvPr/>
        </p:nvSpPr>
        <p:spPr>
          <a:xfrm>
            <a:off x="2527719" y="5961537"/>
            <a:ext cx="15650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Activation</a:t>
            </a:r>
            <a:endParaRPr lang="ko-KR" altLang="en-US" sz="2000" dirty="0"/>
          </a:p>
        </p:txBody>
      </p: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94604338-B1BA-FC32-0DE5-2E0F966FA42A}"/>
              </a:ext>
            </a:extLst>
          </p:cNvPr>
          <p:cNvGrpSpPr/>
          <p:nvPr/>
        </p:nvGrpSpPr>
        <p:grpSpPr>
          <a:xfrm>
            <a:off x="2932455" y="3860587"/>
            <a:ext cx="822251" cy="1885507"/>
            <a:chOff x="2048540" y="1601972"/>
            <a:chExt cx="822251" cy="1885507"/>
          </a:xfrm>
        </p:grpSpPr>
        <p:sp>
          <p:nvSpPr>
            <p:cNvPr id="119" name="사각형: 둥근 모서리 118">
              <a:extLst>
                <a:ext uri="{FF2B5EF4-FFF2-40B4-BE49-F238E27FC236}">
                  <a16:creationId xmlns:a16="http://schemas.microsoft.com/office/drawing/2014/main" id="{38F485B4-5B68-7C39-D177-42C0610BD7A2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" name="타원 119">
              <a:extLst>
                <a:ext uri="{FF2B5EF4-FFF2-40B4-BE49-F238E27FC236}">
                  <a16:creationId xmlns:a16="http://schemas.microsoft.com/office/drawing/2014/main" id="{83211D28-E3B4-6404-1B5F-D570ED82BF04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" name="타원 120">
              <a:extLst>
                <a:ext uri="{FF2B5EF4-FFF2-40B4-BE49-F238E27FC236}">
                  <a16:creationId xmlns:a16="http://schemas.microsoft.com/office/drawing/2014/main" id="{9AF01CE8-76BF-E370-703B-BD02C42305C7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" name="타원 121">
              <a:extLst>
                <a:ext uri="{FF2B5EF4-FFF2-40B4-BE49-F238E27FC236}">
                  <a16:creationId xmlns:a16="http://schemas.microsoft.com/office/drawing/2014/main" id="{37B93CD2-7DEE-4959-4370-F6AFDC62BE4F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60BB7405-EDA4-C354-2E25-105841E7C77A}"/>
              </a:ext>
            </a:extLst>
          </p:cNvPr>
          <p:cNvGrpSpPr/>
          <p:nvPr/>
        </p:nvGrpSpPr>
        <p:grpSpPr>
          <a:xfrm>
            <a:off x="4696047" y="3859754"/>
            <a:ext cx="822251" cy="1885507"/>
            <a:chOff x="2048540" y="1601972"/>
            <a:chExt cx="822251" cy="1885507"/>
          </a:xfrm>
        </p:grpSpPr>
        <p:sp>
          <p:nvSpPr>
            <p:cNvPr id="124" name="사각형: 둥근 모서리 123">
              <a:extLst>
                <a:ext uri="{FF2B5EF4-FFF2-40B4-BE49-F238E27FC236}">
                  <a16:creationId xmlns:a16="http://schemas.microsoft.com/office/drawing/2014/main" id="{F4FCFF61-A925-7991-CD11-9CAD62EC3F6D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" name="타원 124">
              <a:extLst>
                <a:ext uri="{FF2B5EF4-FFF2-40B4-BE49-F238E27FC236}">
                  <a16:creationId xmlns:a16="http://schemas.microsoft.com/office/drawing/2014/main" id="{4123BA4C-D896-B5AD-1B7D-E3FDDC004282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B4B0C81D-A7FA-0860-AD3F-58E517034CCA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" name="타원 126">
              <a:extLst>
                <a:ext uri="{FF2B5EF4-FFF2-40B4-BE49-F238E27FC236}">
                  <a16:creationId xmlns:a16="http://schemas.microsoft.com/office/drawing/2014/main" id="{1FAED810-AFC3-BBFA-66A0-9DAE8BC5D967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5B437734-E5F5-FEF1-C247-0199B8B96DEB}"/>
              </a:ext>
            </a:extLst>
          </p:cNvPr>
          <p:cNvGrpSpPr/>
          <p:nvPr/>
        </p:nvGrpSpPr>
        <p:grpSpPr>
          <a:xfrm>
            <a:off x="5856409" y="3859754"/>
            <a:ext cx="822251" cy="1885507"/>
            <a:chOff x="2048540" y="1601972"/>
            <a:chExt cx="822251" cy="1885507"/>
          </a:xfrm>
        </p:grpSpPr>
        <p:sp>
          <p:nvSpPr>
            <p:cNvPr id="129" name="사각형: 둥근 모서리 128">
              <a:extLst>
                <a:ext uri="{FF2B5EF4-FFF2-40B4-BE49-F238E27FC236}">
                  <a16:creationId xmlns:a16="http://schemas.microsoft.com/office/drawing/2014/main" id="{CAB07440-A7F7-015C-5605-691E4FFAB4F8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" name="타원 129">
              <a:extLst>
                <a:ext uri="{FF2B5EF4-FFF2-40B4-BE49-F238E27FC236}">
                  <a16:creationId xmlns:a16="http://schemas.microsoft.com/office/drawing/2014/main" id="{7BEC4021-EE23-AA7A-0424-7D6B60EAAC57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" name="타원 130">
              <a:extLst>
                <a:ext uri="{FF2B5EF4-FFF2-40B4-BE49-F238E27FC236}">
                  <a16:creationId xmlns:a16="http://schemas.microsoft.com/office/drawing/2014/main" id="{F0EA48AB-D480-5451-43E5-2F462E1FCABA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9D90792A-C5BA-B1BE-CD5B-AC2151BCAF77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83865512-CF89-4A15-2BED-BD3A8DDB47E1}"/>
              </a:ext>
            </a:extLst>
          </p:cNvPr>
          <p:cNvGrpSpPr/>
          <p:nvPr/>
        </p:nvGrpSpPr>
        <p:grpSpPr>
          <a:xfrm>
            <a:off x="7620001" y="3851833"/>
            <a:ext cx="822251" cy="1885507"/>
            <a:chOff x="2048540" y="1601972"/>
            <a:chExt cx="822251" cy="1885507"/>
          </a:xfrm>
        </p:grpSpPr>
        <p:sp>
          <p:nvSpPr>
            <p:cNvPr id="134" name="사각형: 둥근 모서리 133">
              <a:extLst>
                <a:ext uri="{FF2B5EF4-FFF2-40B4-BE49-F238E27FC236}">
                  <a16:creationId xmlns:a16="http://schemas.microsoft.com/office/drawing/2014/main" id="{36AE3627-D51E-5905-CDAA-5A889859B29E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" name="타원 134">
              <a:extLst>
                <a:ext uri="{FF2B5EF4-FFF2-40B4-BE49-F238E27FC236}">
                  <a16:creationId xmlns:a16="http://schemas.microsoft.com/office/drawing/2014/main" id="{BB59D79C-E31B-5EBD-DFDF-146F65693E51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타원 135">
              <a:extLst>
                <a:ext uri="{FF2B5EF4-FFF2-40B4-BE49-F238E27FC236}">
                  <a16:creationId xmlns:a16="http://schemas.microsoft.com/office/drawing/2014/main" id="{CD750F0D-E7E8-F356-1B24-8AD5BF7C5E6E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" name="타원 136">
              <a:extLst>
                <a:ext uri="{FF2B5EF4-FFF2-40B4-BE49-F238E27FC236}">
                  <a16:creationId xmlns:a16="http://schemas.microsoft.com/office/drawing/2014/main" id="{59395D22-5D51-9ADF-14D4-803FD9F9CE6E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618BF249-EE8C-5AE3-B34C-6C577AB4F29D}"/>
              </a:ext>
            </a:extLst>
          </p:cNvPr>
          <p:cNvGrpSpPr/>
          <p:nvPr/>
        </p:nvGrpSpPr>
        <p:grpSpPr>
          <a:xfrm>
            <a:off x="8780363" y="3851833"/>
            <a:ext cx="822251" cy="1885507"/>
            <a:chOff x="2048540" y="1601972"/>
            <a:chExt cx="822251" cy="1885507"/>
          </a:xfrm>
        </p:grpSpPr>
        <p:sp>
          <p:nvSpPr>
            <p:cNvPr id="139" name="사각형: 둥근 모서리 138">
              <a:extLst>
                <a:ext uri="{FF2B5EF4-FFF2-40B4-BE49-F238E27FC236}">
                  <a16:creationId xmlns:a16="http://schemas.microsoft.com/office/drawing/2014/main" id="{AD199A1B-F67A-F33C-FE1C-9DCFB8A1E0CB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" name="타원 139">
              <a:extLst>
                <a:ext uri="{FF2B5EF4-FFF2-40B4-BE49-F238E27FC236}">
                  <a16:creationId xmlns:a16="http://schemas.microsoft.com/office/drawing/2014/main" id="{8C0AD928-0F97-0D8F-C2CB-AA6C42F7B637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" name="타원 140">
              <a:extLst>
                <a:ext uri="{FF2B5EF4-FFF2-40B4-BE49-F238E27FC236}">
                  <a16:creationId xmlns:a16="http://schemas.microsoft.com/office/drawing/2014/main" id="{086A8E8F-0913-6C05-0F7A-CD228D179F06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타원 141">
              <a:extLst>
                <a:ext uri="{FF2B5EF4-FFF2-40B4-BE49-F238E27FC236}">
                  <a16:creationId xmlns:a16="http://schemas.microsoft.com/office/drawing/2014/main" id="{5FDA05A2-CFD1-904F-82EA-DD4B601F398A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3" name="TextBox 142">
            <a:extLst>
              <a:ext uri="{FF2B5EF4-FFF2-40B4-BE49-F238E27FC236}">
                <a16:creationId xmlns:a16="http://schemas.microsoft.com/office/drawing/2014/main" id="{BC2EC77B-E654-4BD1-62A1-91F289EF8417}"/>
              </a:ext>
            </a:extLst>
          </p:cNvPr>
          <p:cNvSpPr txBox="1"/>
          <p:nvPr/>
        </p:nvSpPr>
        <p:spPr>
          <a:xfrm>
            <a:off x="10962167" y="4387009"/>
            <a:ext cx="5309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dirty="0"/>
              <a:t>Y</a:t>
            </a:r>
            <a:endParaRPr lang="ko-KR" altLang="en-US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7B644710-A660-4C93-8E8D-4E51EAA27142}"/>
                  </a:ext>
                </a:extLst>
              </p:cNvPr>
              <p:cNvSpPr txBox="1"/>
              <p:nvPr/>
            </p:nvSpPr>
            <p:spPr>
              <a:xfrm>
                <a:off x="4734203" y="5774749"/>
                <a:ext cx="780085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4000" dirty="0"/>
              </a:p>
            </p:txBody>
          </p:sp>
        </mc:Choice>
        <mc:Fallback xmlns="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7B644710-A660-4C93-8E8D-4E51EAA271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4203" y="5774749"/>
                <a:ext cx="780085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TextBox 144">
            <a:extLst>
              <a:ext uri="{FF2B5EF4-FFF2-40B4-BE49-F238E27FC236}">
                <a16:creationId xmlns:a16="http://schemas.microsoft.com/office/drawing/2014/main" id="{988E41CB-36DC-9021-904A-D9D6DEE8F58B}"/>
              </a:ext>
            </a:extLst>
          </p:cNvPr>
          <p:cNvSpPr txBox="1"/>
          <p:nvPr/>
        </p:nvSpPr>
        <p:spPr>
          <a:xfrm>
            <a:off x="5435801" y="5990192"/>
            <a:ext cx="15650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Activation</a:t>
            </a:r>
            <a:endParaRPr lang="ko-KR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961A20CC-04E8-E322-4498-CC857A50AD19}"/>
                  </a:ext>
                </a:extLst>
              </p:cNvPr>
              <p:cNvSpPr txBox="1"/>
              <p:nvPr/>
            </p:nvSpPr>
            <p:spPr>
              <a:xfrm>
                <a:off x="7718088" y="5783982"/>
                <a:ext cx="780085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4000" dirty="0"/>
              </a:p>
            </p:txBody>
          </p:sp>
        </mc:Choice>
        <mc:Fallback xmlns="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961A20CC-04E8-E322-4498-CC857A50AD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8088" y="5783982"/>
                <a:ext cx="780085" cy="6155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7" name="TextBox 146">
            <a:extLst>
              <a:ext uri="{FF2B5EF4-FFF2-40B4-BE49-F238E27FC236}">
                <a16:creationId xmlns:a16="http://schemas.microsoft.com/office/drawing/2014/main" id="{1F576A90-365F-E9CA-FA2D-846CADA70D41}"/>
              </a:ext>
            </a:extLst>
          </p:cNvPr>
          <p:cNvSpPr txBox="1"/>
          <p:nvPr/>
        </p:nvSpPr>
        <p:spPr>
          <a:xfrm>
            <a:off x="8419686" y="5999425"/>
            <a:ext cx="15650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Activation</a:t>
            </a:r>
            <a:endParaRPr lang="ko-KR" altLang="en-US" sz="2000" dirty="0"/>
          </a:p>
        </p:txBody>
      </p:sp>
      <p:cxnSp>
        <p:nvCxnSpPr>
          <p:cNvPr id="148" name="직선 화살표 연결선 147">
            <a:extLst>
              <a:ext uri="{FF2B5EF4-FFF2-40B4-BE49-F238E27FC236}">
                <a16:creationId xmlns:a16="http://schemas.microsoft.com/office/drawing/2014/main" id="{DD7BD9DE-0E1F-ABCE-8A8E-6247CD9A8722}"/>
              </a:ext>
            </a:extLst>
          </p:cNvPr>
          <p:cNvCxnSpPr>
            <a:cxnSpLocks/>
            <a:stCxn id="119" idx="3"/>
            <a:endCxn id="124" idx="1"/>
          </p:cNvCxnSpPr>
          <p:nvPr/>
        </p:nvCxnSpPr>
        <p:spPr>
          <a:xfrm flipV="1">
            <a:off x="3754706" y="4802508"/>
            <a:ext cx="941341" cy="8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E1B84BCE-DBCB-123C-FD61-032700FA1C0D}"/>
              </a:ext>
            </a:extLst>
          </p:cNvPr>
          <p:cNvCxnSpPr>
            <a:cxnSpLocks/>
            <a:stCxn id="129" idx="3"/>
            <a:endCxn id="134" idx="1"/>
          </p:cNvCxnSpPr>
          <p:nvPr/>
        </p:nvCxnSpPr>
        <p:spPr>
          <a:xfrm flipV="1">
            <a:off x="6678660" y="4794587"/>
            <a:ext cx="941341" cy="79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0" name="직선 화살표 연결선 149">
            <a:extLst>
              <a:ext uri="{FF2B5EF4-FFF2-40B4-BE49-F238E27FC236}">
                <a16:creationId xmlns:a16="http://schemas.microsoft.com/office/drawing/2014/main" id="{F2892374-7FD2-7A0B-9C28-8034D1427891}"/>
              </a:ext>
            </a:extLst>
          </p:cNvPr>
          <p:cNvCxnSpPr>
            <a:cxnSpLocks/>
            <a:stCxn id="139" idx="3"/>
            <a:endCxn id="143" idx="1"/>
          </p:cNvCxnSpPr>
          <p:nvPr/>
        </p:nvCxnSpPr>
        <p:spPr>
          <a:xfrm>
            <a:off x="9602614" y="4794587"/>
            <a:ext cx="1359553" cy="79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9AD79964-B81D-A100-FC72-AAA2D2E7B02A}"/>
              </a:ext>
            </a:extLst>
          </p:cNvPr>
          <p:cNvSpPr txBox="1"/>
          <p:nvPr/>
        </p:nvSpPr>
        <p:spPr>
          <a:xfrm>
            <a:off x="38620" y="5218006"/>
            <a:ext cx="16700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Input</a:t>
            </a:r>
            <a:r>
              <a:rPr lang="ko-KR" altLang="en-US" sz="2000" dirty="0"/>
              <a:t> </a:t>
            </a:r>
            <a:r>
              <a:rPr lang="en-US" altLang="ko-KR" sz="2000" dirty="0"/>
              <a:t>layer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C7F6BC2C-39B1-D6C7-E819-861BDE41E5F8}"/>
              </a:ext>
            </a:extLst>
          </p:cNvPr>
          <p:cNvSpPr txBox="1"/>
          <p:nvPr/>
        </p:nvSpPr>
        <p:spPr>
          <a:xfrm>
            <a:off x="10391553" y="5242370"/>
            <a:ext cx="16700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Output</a:t>
            </a:r>
            <a:r>
              <a:rPr lang="ko-KR" altLang="en-US" sz="2000" dirty="0"/>
              <a:t> </a:t>
            </a:r>
            <a:r>
              <a:rPr lang="en-US" altLang="ko-KR" sz="2000" dirty="0"/>
              <a:t>layer</a:t>
            </a:r>
            <a:endParaRPr lang="ko-KR" altLang="en-US" sz="2000" dirty="0"/>
          </a:p>
        </p:txBody>
      </p:sp>
      <p:sp>
        <p:nvSpPr>
          <p:cNvPr id="101" name="&quot;허용 안 됨&quot; 기호 100">
            <a:extLst>
              <a:ext uri="{FF2B5EF4-FFF2-40B4-BE49-F238E27FC236}">
                <a16:creationId xmlns:a16="http://schemas.microsoft.com/office/drawing/2014/main" id="{0EB37268-1584-FBD6-5292-F0CCF255BAFF}"/>
              </a:ext>
            </a:extLst>
          </p:cNvPr>
          <p:cNvSpPr/>
          <p:nvPr/>
        </p:nvSpPr>
        <p:spPr>
          <a:xfrm>
            <a:off x="167612" y="4145600"/>
            <a:ext cx="1435426" cy="1435426"/>
          </a:xfrm>
          <a:prstGeom prst="noSmoking">
            <a:avLst>
              <a:gd name="adj" fmla="val 6697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38DE2D-DD45-F2D3-0215-E12FEBA04379}"/>
              </a:ext>
            </a:extLst>
          </p:cNvPr>
          <p:cNvSpPr txBox="1"/>
          <p:nvPr/>
        </p:nvSpPr>
        <p:spPr>
          <a:xfrm>
            <a:off x="-14013" y="830760"/>
            <a:ext cx="32042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Prompt: </a:t>
            </a:r>
            <a:r>
              <a:rPr lang="ko-KR" altLang="en-US" sz="2000" dirty="0"/>
              <a:t>공부 안하고 학점</a:t>
            </a:r>
            <a:r>
              <a:rPr lang="en-US" altLang="ko-KR" sz="2000" dirty="0"/>
              <a:t>A+ </a:t>
            </a:r>
            <a:r>
              <a:rPr lang="ko-KR" altLang="en-US" sz="2000" dirty="0"/>
              <a:t>받는 방법이 있을까</a:t>
            </a:r>
            <a:r>
              <a:rPr lang="en-US" altLang="ko-KR" sz="2000" dirty="0"/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FFF2F9-8CF7-20DB-22EB-A1580A41C7CF}"/>
              </a:ext>
            </a:extLst>
          </p:cNvPr>
          <p:cNvSpPr txBox="1"/>
          <p:nvPr/>
        </p:nvSpPr>
        <p:spPr>
          <a:xfrm>
            <a:off x="7669593" y="338062"/>
            <a:ext cx="38429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/>
              <a:t>텍스트에서 중요한 정보를 추출</a:t>
            </a:r>
            <a:endParaRPr lang="en-US" altLang="ko-KR" sz="2000" dirty="0"/>
          </a:p>
          <a:p>
            <a:pPr algn="ctr"/>
            <a:r>
              <a:rPr lang="ko-KR" altLang="en-US" sz="2000" dirty="0"/>
              <a:t>하기 위한 </a:t>
            </a:r>
            <a:r>
              <a:rPr lang="en-US" altLang="ko-KR" sz="2000" dirty="0"/>
              <a:t>weight</a:t>
            </a:r>
            <a:r>
              <a:rPr lang="ko-KR" altLang="en-US" sz="2000" dirty="0"/>
              <a:t>를 적용</a:t>
            </a:r>
            <a:endParaRPr lang="en-US" altLang="ko-KR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3C4912-0430-5DAF-673F-C2EC5622F08B}"/>
              </a:ext>
            </a:extLst>
          </p:cNvPr>
          <p:cNvSpPr txBox="1"/>
          <p:nvPr/>
        </p:nvSpPr>
        <p:spPr>
          <a:xfrm>
            <a:off x="452582" y="1638833"/>
            <a:ext cx="5194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언어 모델 핵심</a:t>
            </a:r>
            <a:r>
              <a:rPr lang="en-US" altLang="ko-KR" dirty="0"/>
              <a:t>: </a:t>
            </a:r>
            <a:r>
              <a:rPr lang="ko-KR" altLang="en-US" dirty="0"/>
              <a:t>떨어진 단어 간의 연관성 찾아냄</a:t>
            </a:r>
          </a:p>
        </p:txBody>
      </p:sp>
    </p:spTree>
    <p:extLst>
      <p:ext uri="{BB962C8B-B14F-4D97-AF65-F5344CB8AC3E}">
        <p14:creationId xmlns:p14="http://schemas.microsoft.com/office/powerpoint/2010/main" val="28147545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그룹 71">
            <a:extLst>
              <a:ext uri="{FF2B5EF4-FFF2-40B4-BE49-F238E27FC236}">
                <a16:creationId xmlns:a16="http://schemas.microsoft.com/office/drawing/2014/main" id="{334F239B-DA81-4C73-AB9D-DA8A06F004E3}"/>
              </a:ext>
            </a:extLst>
          </p:cNvPr>
          <p:cNvGrpSpPr/>
          <p:nvPr/>
        </p:nvGrpSpPr>
        <p:grpSpPr>
          <a:xfrm>
            <a:off x="3893877" y="280583"/>
            <a:ext cx="822251" cy="1885507"/>
            <a:chOff x="2048540" y="1601972"/>
            <a:chExt cx="822251" cy="1885507"/>
          </a:xfrm>
        </p:grpSpPr>
        <p:sp>
          <p:nvSpPr>
            <p:cNvPr id="73" name="사각형: 둥근 모서리 72">
              <a:extLst>
                <a:ext uri="{FF2B5EF4-FFF2-40B4-BE49-F238E27FC236}">
                  <a16:creationId xmlns:a16="http://schemas.microsoft.com/office/drawing/2014/main" id="{93BBC370-7156-D73A-896B-0A40B18CF412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42661454-D418-70D0-761C-40AF664F9407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D53B3AB4-DF6C-DAE1-D5FC-5915DD1065A0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3A85F403-0F67-F9C4-3F1C-3F0A2C386262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15B8B976-79F3-E02E-DBEE-189992CF18D4}"/>
              </a:ext>
            </a:extLst>
          </p:cNvPr>
          <p:cNvGrpSpPr/>
          <p:nvPr/>
        </p:nvGrpSpPr>
        <p:grpSpPr>
          <a:xfrm>
            <a:off x="4868526" y="280582"/>
            <a:ext cx="822251" cy="1885507"/>
            <a:chOff x="2048540" y="1601972"/>
            <a:chExt cx="822251" cy="1885507"/>
          </a:xfrm>
        </p:grpSpPr>
        <p:sp>
          <p:nvSpPr>
            <p:cNvPr id="78" name="사각형: 둥근 모서리 77">
              <a:extLst>
                <a:ext uri="{FF2B5EF4-FFF2-40B4-BE49-F238E27FC236}">
                  <a16:creationId xmlns:a16="http://schemas.microsoft.com/office/drawing/2014/main" id="{5EF78813-E53C-EE21-A567-6AB3928FCE1A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2BC1879E-A1E8-FF2E-1763-BC8BC52295A6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902275FB-6729-1A09-0DF5-EEBE84A3ED96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D078E4DC-277F-A942-5088-ABDAADABEDC7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8DA4CF73-9BFB-6D93-B4AC-ADB2F755937C}"/>
              </a:ext>
            </a:extLst>
          </p:cNvPr>
          <p:cNvGrpSpPr/>
          <p:nvPr/>
        </p:nvGrpSpPr>
        <p:grpSpPr>
          <a:xfrm>
            <a:off x="5765233" y="286922"/>
            <a:ext cx="822251" cy="1885507"/>
            <a:chOff x="2048540" y="1601972"/>
            <a:chExt cx="822251" cy="1885507"/>
          </a:xfrm>
        </p:grpSpPr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E6F429F0-8BC9-AA17-B439-0F3BF5146C2A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7E01B2E3-C6FB-3060-A109-BC3E40867B58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18E5C7F8-3271-F0AA-49CE-3F803D28D658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타원 85">
              <a:extLst>
                <a:ext uri="{FF2B5EF4-FFF2-40B4-BE49-F238E27FC236}">
                  <a16:creationId xmlns:a16="http://schemas.microsoft.com/office/drawing/2014/main" id="{47759637-2F55-BB89-4513-99A1F4AFA7F6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54ED8229-0C16-70F8-C6FF-C0D1C66B3369}"/>
              </a:ext>
            </a:extLst>
          </p:cNvPr>
          <p:cNvGrpSpPr/>
          <p:nvPr/>
        </p:nvGrpSpPr>
        <p:grpSpPr>
          <a:xfrm>
            <a:off x="6679604" y="280582"/>
            <a:ext cx="822251" cy="1885507"/>
            <a:chOff x="2048540" y="1601972"/>
            <a:chExt cx="822251" cy="1885507"/>
          </a:xfrm>
        </p:grpSpPr>
        <p:sp>
          <p:nvSpPr>
            <p:cNvPr id="88" name="사각형: 둥근 모서리 87">
              <a:extLst>
                <a:ext uri="{FF2B5EF4-FFF2-40B4-BE49-F238E27FC236}">
                  <a16:creationId xmlns:a16="http://schemas.microsoft.com/office/drawing/2014/main" id="{3D13B619-30E2-DFEC-1BA2-934687FF4B74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타원 88">
              <a:extLst>
                <a:ext uri="{FF2B5EF4-FFF2-40B4-BE49-F238E27FC236}">
                  <a16:creationId xmlns:a16="http://schemas.microsoft.com/office/drawing/2014/main" id="{FAC49F94-9F37-052C-4956-A18ECC3D2820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5117A725-34EE-8DF0-139F-CFCC38FDE1CD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타원 90">
              <a:extLst>
                <a:ext uri="{FF2B5EF4-FFF2-40B4-BE49-F238E27FC236}">
                  <a16:creationId xmlns:a16="http://schemas.microsoft.com/office/drawing/2014/main" id="{3143D152-C724-D08E-E515-C9FFDF4FD37E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92" name="그림 91">
            <a:extLst>
              <a:ext uri="{FF2B5EF4-FFF2-40B4-BE49-F238E27FC236}">
                <a16:creationId xmlns:a16="http://schemas.microsoft.com/office/drawing/2014/main" id="{093ADA1A-D56F-E0FE-FB75-FA755981DE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748" r="86891" b="50000"/>
          <a:stretch/>
        </p:blipFill>
        <p:spPr>
          <a:xfrm>
            <a:off x="1467155" y="271832"/>
            <a:ext cx="1598241" cy="1885507"/>
          </a:xfrm>
          <a:prstGeom prst="rect">
            <a:avLst/>
          </a:prstGeom>
        </p:spPr>
      </p:pic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E86C9D71-AFDC-B93A-A063-72A566CC9EFD}"/>
              </a:ext>
            </a:extLst>
          </p:cNvPr>
          <p:cNvCxnSpPr>
            <a:cxnSpLocks/>
            <a:stCxn id="92" idx="3"/>
            <a:endCxn id="73" idx="1"/>
          </p:cNvCxnSpPr>
          <p:nvPr/>
        </p:nvCxnSpPr>
        <p:spPr>
          <a:xfrm>
            <a:off x="3065396" y="1214586"/>
            <a:ext cx="828481" cy="87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F184D797-9E2C-ABF1-97A8-4037995DDD5E}"/>
              </a:ext>
            </a:extLst>
          </p:cNvPr>
          <p:cNvSpPr txBox="1"/>
          <p:nvPr/>
        </p:nvSpPr>
        <p:spPr>
          <a:xfrm>
            <a:off x="9178614" y="807836"/>
            <a:ext cx="47160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dirty="0"/>
              <a:t>x</a:t>
            </a:r>
            <a:endParaRPr lang="ko-KR" altLang="en-US" sz="4800" dirty="0"/>
          </a:p>
        </p:txBody>
      </p: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05B03785-C1BF-83E1-1BE4-4E7E15E94C6A}"/>
              </a:ext>
            </a:extLst>
          </p:cNvPr>
          <p:cNvCxnSpPr>
            <a:cxnSpLocks/>
            <a:stCxn id="88" idx="3"/>
            <a:endCxn id="97" idx="1"/>
          </p:cNvCxnSpPr>
          <p:nvPr/>
        </p:nvCxnSpPr>
        <p:spPr>
          <a:xfrm flipV="1">
            <a:off x="7501855" y="1223335"/>
            <a:ext cx="167675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48494087-4EDB-1ED8-F4E3-EDC34DB46578}"/>
              </a:ext>
            </a:extLst>
          </p:cNvPr>
          <p:cNvSpPr txBox="1"/>
          <p:nvPr/>
        </p:nvSpPr>
        <p:spPr>
          <a:xfrm>
            <a:off x="4241062" y="2282847"/>
            <a:ext cx="32042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Graph neural network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74E7719-28A2-C81B-CB4F-15E19724D70F}"/>
              </a:ext>
            </a:extLst>
          </p:cNvPr>
          <p:cNvSpPr txBox="1"/>
          <p:nvPr/>
        </p:nvSpPr>
        <p:spPr>
          <a:xfrm>
            <a:off x="7710869" y="1613183"/>
            <a:ext cx="32042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Embedding vector</a:t>
            </a:r>
          </a:p>
        </p:txBody>
      </p:sp>
      <p:cxnSp>
        <p:nvCxnSpPr>
          <p:cNvPr id="107" name="연결선: 꺾임 106">
            <a:extLst>
              <a:ext uri="{FF2B5EF4-FFF2-40B4-BE49-F238E27FC236}">
                <a16:creationId xmlns:a16="http://schemas.microsoft.com/office/drawing/2014/main" id="{C35DE943-AD15-E3C8-6F4A-71AE91A2D879}"/>
              </a:ext>
            </a:extLst>
          </p:cNvPr>
          <p:cNvCxnSpPr>
            <a:cxnSpLocks/>
            <a:stCxn id="103" idx="2"/>
            <a:endCxn id="110" idx="0"/>
          </p:cNvCxnSpPr>
          <p:nvPr/>
        </p:nvCxnSpPr>
        <p:spPr>
          <a:xfrm rot="5400000">
            <a:off x="4602784" y="-406271"/>
            <a:ext cx="2290635" cy="7129763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D95A3A58-F915-0261-357F-3C318E1890EE}"/>
              </a:ext>
            </a:extLst>
          </p:cNvPr>
          <p:cNvGrpSpPr/>
          <p:nvPr/>
        </p:nvGrpSpPr>
        <p:grpSpPr>
          <a:xfrm>
            <a:off x="1772093" y="4303928"/>
            <a:ext cx="822251" cy="1885507"/>
            <a:chOff x="2048540" y="1601972"/>
            <a:chExt cx="822251" cy="1885507"/>
          </a:xfrm>
        </p:grpSpPr>
        <p:sp>
          <p:nvSpPr>
            <p:cNvPr id="110" name="사각형: 둥근 모서리 109">
              <a:extLst>
                <a:ext uri="{FF2B5EF4-FFF2-40B4-BE49-F238E27FC236}">
                  <a16:creationId xmlns:a16="http://schemas.microsoft.com/office/drawing/2014/main" id="{9A7E8558-77E0-3DCA-FC31-9A9C74EAFA7B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타원 110">
              <a:extLst>
                <a:ext uri="{FF2B5EF4-FFF2-40B4-BE49-F238E27FC236}">
                  <a16:creationId xmlns:a16="http://schemas.microsoft.com/office/drawing/2014/main" id="{64760ABB-98D3-05D7-C510-DB39381E8158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" name="타원 111">
              <a:extLst>
                <a:ext uri="{FF2B5EF4-FFF2-40B4-BE49-F238E27FC236}">
                  <a16:creationId xmlns:a16="http://schemas.microsoft.com/office/drawing/2014/main" id="{583E4463-1E9C-307B-41C9-6B3A07CF06EE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" name="타원 112">
              <a:extLst>
                <a:ext uri="{FF2B5EF4-FFF2-40B4-BE49-F238E27FC236}">
                  <a16:creationId xmlns:a16="http://schemas.microsoft.com/office/drawing/2014/main" id="{901B3E20-78D0-FBCE-2723-24E94C8C79B0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4" name="TextBox 113">
            <a:extLst>
              <a:ext uri="{FF2B5EF4-FFF2-40B4-BE49-F238E27FC236}">
                <a16:creationId xmlns:a16="http://schemas.microsoft.com/office/drawing/2014/main" id="{3F267212-5A03-2711-833B-39B647F9063D}"/>
              </a:ext>
            </a:extLst>
          </p:cNvPr>
          <p:cNvSpPr txBox="1"/>
          <p:nvPr/>
        </p:nvSpPr>
        <p:spPr>
          <a:xfrm>
            <a:off x="623777" y="4830350"/>
            <a:ext cx="47160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dirty="0"/>
              <a:t>x</a:t>
            </a:r>
            <a:endParaRPr lang="ko-KR" altLang="en-US" sz="4800" dirty="0"/>
          </a:p>
        </p:txBody>
      </p: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B3B283BE-9C2E-5F5D-B695-71F3054B6366}"/>
              </a:ext>
            </a:extLst>
          </p:cNvPr>
          <p:cNvCxnSpPr>
            <a:stCxn id="114" idx="3"/>
            <a:endCxn id="110" idx="1"/>
          </p:cNvCxnSpPr>
          <p:nvPr/>
        </p:nvCxnSpPr>
        <p:spPr>
          <a:xfrm>
            <a:off x="1095381" y="5245849"/>
            <a:ext cx="676712" cy="8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AF348E1E-4F0E-4CF7-15F8-15CDCC3D85B2}"/>
                  </a:ext>
                </a:extLst>
              </p:cNvPr>
              <p:cNvSpPr txBox="1"/>
              <p:nvPr/>
            </p:nvSpPr>
            <p:spPr>
              <a:xfrm>
                <a:off x="1826121" y="6189435"/>
                <a:ext cx="768223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4000" dirty="0"/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AF348E1E-4F0E-4CF7-15F8-15CDCC3D8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6121" y="6189435"/>
                <a:ext cx="768223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" name="TextBox 116">
            <a:extLst>
              <a:ext uri="{FF2B5EF4-FFF2-40B4-BE49-F238E27FC236}">
                <a16:creationId xmlns:a16="http://schemas.microsoft.com/office/drawing/2014/main" id="{64C24B8E-C2BC-24F7-EAC2-AFCF2D064094}"/>
              </a:ext>
            </a:extLst>
          </p:cNvPr>
          <p:cNvSpPr txBox="1"/>
          <p:nvPr/>
        </p:nvSpPr>
        <p:spPr>
          <a:xfrm>
            <a:off x="2527719" y="6404878"/>
            <a:ext cx="15650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Activation</a:t>
            </a:r>
            <a:endParaRPr lang="ko-KR" altLang="en-US" sz="2000" dirty="0"/>
          </a:p>
        </p:txBody>
      </p: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94604338-B1BA-FC32-0DE5-2E0F966FA42A}"/>
              </a:ext>
            </a:extLst>
          </p:cNvPr>
          <p:cNvGrpSpPr/>
          <p:nvPr/>
        </p:nvGrpSpPr>
        <p:grpSpPr>
          <a:xfrm>
            <a:off x="2932455" y="4303928"/>
            <a:ext cx="822251" cy="1885507"/>
            <a:chOff x="2048540" y="1601972"/>
            <a:chExt cx="822251" cy="1885507"/>
          </a:xfrm>
        </p:grpSpPr>
        <p:sp>
          <p:nvSpPr>
            <p:cNvPr id="119" name="사각형: 둥근 모서리 118">
              <a:extLst>
                <a:ext uri="{FF2B5EF4-FFF2-40B4-BE49-F238E27FC236}">
                  <a16:creationId xmlns:a16="http://schemas.microsoft.com/office/drawing/2014/main" id="{38F485B4-5B68-7C39-D177-42C0610BD7A2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" name="타원 119">
              <a:extLst>
                <a:ext uri="{FF2B5EF4-FFF2-40B4-BE49-F238E27FC236}">
                  <a16:creationId xmlns:a16="http://schemas.microsoft.com/office/drawing/2014/main" id="{83211D28-E3B4-6404-1B5F-D570ED82BF04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" name="타원 120">
              <a:extLst>
                <a:ext uri="{FF2B5EF4-FFF2-40B4-BE49-F238E27FC236}">
                  <a16:creationId xmlns:a16="http://schemas.microsoft.com/office/drawing/2014/main" id="{9AF01CE8-76BF-E370-703B-BD02C42305C7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" name="타원 121">
              <a:extLst>
                <a:ext uri="{FF2B5EF4-FFF2-40B4-BE49-F238E27FC236}">
                  <a16:creationId xmlns:a16="http://schemas.microsoft.com/office/drawing/2014/main" id="{37B93CD2-7DEE-4959-4370-F6AFDC62BE4F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60BB7405-EDA4-C354-2E25-105841E7C77A}"/>
              </a:ext>
            </a:extLst>
          </p:cNvPr>
          <p:cNvGrpSpPr/>
          <p:nvPr/>
        </p:nvGrpSpPr>
        <p:grpSpPr>
          <a:xfrm>
            <a:off x="4696047" y="4303095"/>
            <a:ext cx="822251" cy="1885507"/>
            <a:chOff x="2048540" y="1601972"/>
            <a:chExt cx="822251" cy="1885507"/>
          </a:xfrm>
        </p:grpSpPr>
        <p:sp>
          <p:nvSpPr>
            <p:cNvPr id="124" name="사각형: 둥근 모서리 123">
              <a:extLst>
                <a:ext uri="{FF2B5EF4-FFF2-40B4-BE49-F238E27FC236}">
                  <a16:creationId xmlns:a16="http://schemas.microsoft.com/office/drawing/2014/main" id="{F4FCFF61-A925-7991-CD11-9CAD62EC3F6D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" name="타원 124">
              <a:extLst>
                <a:ext uri="{FF2B5EF4-FFF2-40B4-BE49-F238E27FC236}">
                  <a16:creationId xmlns:a16="http://schemas.microsoft.com/office/drawing/2014/main" id="{4123BA4C-D896-B5AD-1B7D-E3FDDC004282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B4B0C81D-A7FA-0860-AD3F-58E517034CCA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" name="타원 126">
              <a:extLst>
                <a:ext uri="{FF2B5EF4-FFF2-40B4-BE49-F238E27FC236}">
                  <a16:creationId xmlns:a16="http://schemas.microsoft.com/office/drawing/2014/main" id="{1FAED810-AFC3-BBFA-66A0-9DAE8BC5D967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5B437734-E5F5-FEF1-C247-0199B8B96DEB}"/>
              </a:ext>
            </a:extLst>
          </p:cNvPr>
          <p:cNvGrpSpPr/>
          <p:nvPr/>
        </p:nvGrpSpPr>
        <p:grpSpPr>
          <a:xfrm>
            <a:off x="5856409" y="4303095"/>
            <a:ext cx="822251" cy="1885507"/>
            <a:chOff x="2048540" y="1601972"/>
            <a:chExt cx="822251" cy="1885507"/>
          </a:xfrm>
        </p:grpSpPr>
        <p:sp>
          <p:nvSpPr>
            <p:cNvPr id="129" name="사각형: 둥근 모서리 128">
              <a:extLst>
                <a:ext uri="{FF2B5EF4-FFF2-40B4-BE49-F238E27FC236}">
                  <a16:creationId xmlns:a16="http://schemas.microsoft.com/office/drawing/2014/main" id="{CAB07440-A7F7-015C-5605-691E4FFAB4F8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" name="타원 129">
              <a:extLst>
                <a:ext uri="{FF2B5EF4-FFF2-40B4-BE49-F238E27FC236}">
                  <a16:creationId xmlns:a16="http://schemas.microsoft.com/office/drawing/2014/main" id="{7BEC4021-EE23-AA7A-0424-7D6B60EAAC57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" name="타원 130">
              <a:extLst>
                <a:ext uri="{FF2B5EF4-FFF2-40B4-BE49-F238E27FC236}">
                  <a16:creationId xmlns:a16="http://schemas.microsoft.com/office/drawing/2014/main" id="{F0EA48AB-D480-5451-43E5-2F462E1FCABA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9D90792A-C5BA-B1BE-CD5B-AC2151BCAF77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83865512-CF89-4A15-2BED-BD3A8DDB47E1}"/>
              </a:ext>
            </a:extLst>
          </p:cNvPr>
          <p:cNvGrpSpPr/>
          <p:nvPr/>
        </p:nvGrpSpPr>
        <p:grpSpPr>
          <a:xfrm>
            <a:off x="7620001" y="4295174"/>
            <a:ext cx="822251" cy="1885507"/>
            <a:chOff x="2048540" y="1601972"/>
            <a:chExt cx="822251" cy="1885507"/>
          </a:xfrm>
        </p:grpSpPr>
        <p:sp>
          <p:nvSpPr>
            <p:cNvPr id="134" name="사각형: 둥근 모서리 133">
              <a:extLst>
                <a:ext uri="{FF2B5EF4-FFF2-40B4-BE49-F238E27FC236}">
                  <a16:creationId xmlns:a16="http://schemas.microsoft.com/office/drawing/2014/main" id="{36AE3627-D51E-5905-CDAA-5A889859B29E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" name="타원 134">
              <a:extLst>
                <a:ext uri="{FF2B5EF4-FFF2-40B4-BE49-F238E27FC236}">
                  <a16:creationId xmlns:a16="http://schemas.microsoft.com/office/drawing/2014/main" id="{BB59D79C-E31B-5EBD-DFDF-146F65693E51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타원 135">
              <a:extLst>
                <a:ext uri="{FF2B5EF4-FFF2-40B4-BE49-F238E27FC236}">
                  <a16:creationId xmlns:a16="http://schemas.microsoft.com/office/drawing/2014/main" id="{CD750F0D-E7E8-F356-1B24-8AD5BF7C5E6E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" name="타원 136">
              <a:extLst>
                <a:ext uri="{FF2B5EF4-FFF2-40B4-BE49-F238E27FC236}">
                  <a16:creationId xmlns:a16="http://schemas.microsoft.com/office/drawing/2014/main" id="{59395D22-5D51-9ADF-14D4-803FD9F9CE6E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618BF249-EE8C-5AE3-B34C-6C577AB4F29D}"/>
              </a:ext>
            </a:extLst>
          </p:cNvPr>
          <p:cNvGrpSpPr/>
          <p:nvPr/>
        </p:nvGrpSpPr>
        <p:grpSpPr>
          <a:xfrm>
            <a:off x="8780363" y="4295174"/>
            <a:ext cx="822251" cy="1885507"/>
            <a:chOff x="2048540" y="1601972"/>
            <a:chExt cx="822251" cy="1885507"/>
          </a:xfrm>
        </p:grpSpPr>
        <p:sp>
          <p:nvSpPr>
            <p:cNvPr id="139" name="사각형: 둥근 모서리 138">
              <a:extLst>
                <a:ext uri="{FF2B5EF4-FFF2-40B4-BE49-F238E27FC236}">
                  <a16:creationId xmlns:a16="http://schemas.microsoft.com/office/drawing/2014/main" id="{AD199A1B-F67A-F33C-FE1C-9DCFB8A1E0CB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" name="타원 139">
              <a:extLst>
                <a:ext uri="{FF2B5EF4-FFF2-40B4-BE49-F238E27FC236}">
                  <a16:creationId xmlns:a16="http://schemas.microsoft.com/office/drawing/2014/main" id="{8C0AD928-0F97-0D8F-C2CB-AA6C42F7B637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" name="타원 140">
              <a:extLst>
                <a:ext uri="{FF2B5EF4-FFF2-40B4-BE49-F238E27FC236}">
                  <a16:creationId xmlns:a16="http://schemas.microsoft.com/office/drawing/2014/main" id="{086A8E8F-0913-6C05-0F7A-CD228D179F06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타원 141">
              <a:extLst>
                <a:ext uri="{FF2B5EF4-FFF2-40B4-BE49-F238E27FC236}">
                  <a16:creationId xmlns:a16="http://schemas.microsoft.com/office/drawing/2014/main" id="{5FDA05A2-CFD1-904F-82EA-DD4B601F398A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3" name="TextBox 142">
            <a:extLst>
              <a:ext uri="{FF2B5EF4-FFF2-40B4-BE49-F238E27FC236}">
                <a16:creationId xmlns:a16="http://schemas.microsoft.com/office/drawing/2014/main" id="{BC2EC77B-E654-4BD1-62A1-91F289EF8417}"/>
              </a:ext>
            </a:extLst>
          </p:cNvPr>
          <p:cNvSpPr txBox="1"/>
          <p:nvPr/>
        </p:nvSpPr>
        <p:spPr>
          <a:xfrm>
            <a:off x="10962167" y="4830350"/>
            <a:ext cx="5309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dirty="0"/>
              <a:t>Y</a:t>
            </a:r>
            <a:endParaRPr lang="ko-KR" altLang="en-US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7B644710-A660-4C93-8E8D-4E51EAA27142}"/>
                  </a:ext>
                </a:extLst>
              </p:cNvPr>
              <p:cNvSpPr txBox="1"/>
              <p:nvPr/>
            </p:nvSpPr>
            <p:spPr>
              <a:xfrm>
                <a:off x="4734203" y="6218090"/>
                <a:ext cx="780085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4000" dirty="0"/>
              </a:p>
            </p:txBody>
          </p:sp>
        </mc:Choice>
        <mc:Fallback xmlns="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7B644710-A660-4C93-8E8D-4E51EAA271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4203" y="6218090"/>
                <a:ext cx="780085" cy="6155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TextBox 144">
            <a:extLst>
              <a:ext uri="{FF2B5EF4-FFF2-40B4-BE49-F238E27FC236}">
                <a16:creationId xmlns:a16="http://schemas.microsoft.com/office/drawing/2014/main" id="{988E41CB-36DC-9021-904A-D9D6DEE8F58B}"/>
              </a:ext>
            </a:extLst>
          </p:cNvPr>
          <p:cNvSpPr txBox="1"/>
          <p:nvPr/>
        </p:nvSpPr>
        <p:spPr>
          <a:xfrm>
            <a:off x="5435801" y="6433533"/>
            <a:ext cx="15650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Activation</a:t>
            </a:r>
            <a:endParaRPr lang="ko-KR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961A20CC-04E8-E322-4498-CC857A50AD19}"/>
                  </a:ext>
                </a:extLst>
              </p:cNvPr>
              <p:cNvSpPr txBox="1"/>
              <p:nvPr/>
            </p:nvSpPr>
            <p:spPr>
              <a:xfrm>
                <a:off x="7718088" y="6227323"/>
                <a:ext cx="780085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4000" dirty="0"/>
              </a:p>
            </p:txBody>
          </p:sp>
        </mc:Choice>
        <mc:Fallback xmlns="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961A20CC-04E8-E322-4498-CC857A50AD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8088" y="6227323"/>
                <a:ext cx="780085" cy="6155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7" name="TextBox 146">
            <a:extLst>
              <a:ext uri="{FF2B5EF4-FFF2-40B4-BE49-F238E27FC236}">
                <a16:creationId xmlns:a16="http://schemas.microsoft.com/office/drawing/2014/main" id="{1F576A90-365F-E9CA-FA2D-846CADA70D41}"/>
              </a:ext>
            </a:extLst>
          </p:cNvPr>
          <p:cNvSpPr txBox="1"/>
          <p:nvPr/>
        </p:nvSpPr>
        <p:spPr>
          <a:xfrm>
            <a:off x="8419686" y="6442766"/>
            <a:ext cx="15650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Activation</a:t>
            </a:r>
            <a:endParaRPr lang="ko-KR" altLang="en-US" sz="2000" dirty="0"/>
          </a:p>
        </p:txBody>
      </p:sp>
      <p:cxnSp>
        <p:nvCxnSpPr>
          <p:cNvPr id="148" name="직선 화살표 연결선 147">
            <a:extLst>
              <a:ext uri="{FF2B5EF4-FFF2-40B4-BE49-F238E27FC236}">
                <a16:creationId xmlns:a16="http://schemas.microsoft.com/office/drawing/2014/main" id="{DD7BD9DE-0E1F-ABCE-8A8E-6247CD9A8722}"/>
              </a:ext>
            </a:extLst>
          </p:cNvPr>
          <p:cNvCxnSpPr>
            <a:cxnSpLocks/>
            <a:stCxn id="119" idx="3"/>
            <a:endCxn id="124" idx="1"/>
          </p:cNvCxnSpPr>
          <p:nvPr/>
        </p:nvCxnSpPr>
        <p:spPr>
          <a:xfrm flipV="1">
            <a:off x="3754706" y="5245849"/>
            <a:ext cx="941341" cy="8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E1B84BCE-DBCB-123C-FD61-032700FA1C0D}"/>
              </a:ext>
            </a:extLst>
          </p:cNvPr>
          <p:cNvCxnSpPr>
            <a:cxnSpLocks/>
            <a:stCxn id="129" idx="3"/>
            <a:endCxn id="134" idx="1"/>
          </p:cNvCxnSpPr>
          <p:nvPr/>
        </p:nvCxnSpPr>
        <p:spPr>
          <a:xfrm flipV="1">
            <a:off x="6678660" y="5237928"/>
            <a:ext cx="941341" cy="79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0" name="직선 화살표 연결선 149">
            <a:extLst>
              <a:ext uri="{FF2B5EF4-FFF2-40B4-BE49-F238E27FC236}">
                <a16:creationId xmlns:a16="http://schemas.microsoft.com/office/drawing/2014/main" id="{F2892374-7FD2-7A0B-9C28-8034D1427891}"/>
              </a:ext>
            </a:extLst>
          </p:cNvPr>
          <p:cNvCxnSpPr>
            <a:cxnSpLocks/>
            <a:stCxn id="139" idx="3"/>
            <a:endCxn id="143" idx="1"/>
          </p:cNvCxnSpPr>
          <p:nvPr/>
        </p:nvCxnSpPr>
        <p:spPr>
          <a:xfrm>
            <a:off x="9602614" y="5237928"/>
            <a:ext cx="1359553" cy="79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9AD79964-B81D-A100-FC72-AAA2D2E7B02A}"/>
              </a:ext>
            </a:extLst>
          </p:cNvPr>
          <p:cNvSpPr txBox="1"/>
          <p:nvPr/>
        </p:nvSpPr>
        <p:spPr>
          <a:xfrm>
            <a:off x="38620" y="5661347"/>
            <a:ext cx="16700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Input</a:t>
            </a:r>
            <a:r>
              <a:rPr lang="ko-KR" altLang="en-US" sz="2000" dirty="0"/>
              <a:t> </a:t>
            </a:r>
            <a:r>
              <a:rPr lang="en-US" altLang="ko-KR" sz="2000" dirty="0"/>
              <a:t>layer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C7F6BC2C-39B1-D6C7-E819-861BDE41E5F8}"/>
              </a:ext>
            </a:extLst>
          </p:cNvPr>
          <p:cNvSpPr txBox="1"/>
          <p:nvPr/>
        </p:nvSpPr>
        <p:spPr>
          <a:xfrm>
            <a:off x="10391553" y="5685711"/>
            <a:ext cx="16700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Output</a:t>
            </a:r>
            <a:r>
              <a:rPr lang="ko-KR" altLang="en-US" sz="2000" dirty="0"/>
              <a:t> </a:t>
            </a:r>
            <a:r>
              <a:rPr lang="en-US" altLang="ko-KR" sz="2000" dirty="0"/>
              <a:t>layer</a:t>
            </a:r>
            <a:endParaRPr lang="ko-KR" altLang="en-US" sz="2000" dirty="0"/>
          </a:p>
        </p:txBody>
      </p:sp>
      <p:sp>
        <p:nvSpPr>
          <p:cNvPr id="101" name="&quot;허용 안 됨&quot; 기호 100">
            <a:extLst>
              <a:ext uri="{FF2B5EF4-FFF2-40B4-BE49-F238E27FC236}">
                <a16:creationId xmlns:a16="http://schemas.microsoft.com/office/drawing/2014/main" id="{0EB37268-1584-FBD6-5292-F0CCF255BAFF}"/>
              </a:ext>
            </a:extLst>
          </p:cNvPr>
          <p:cNvSpPr/>
          <p:nvPr/>
        </p:nvSpPr>
        <p:spPr>
          <a:xfrm>
            <a:off x="167612" y="4588941"/>
            <a:ext cx="1435426" cy="1435426"/>
          </a:xfrm>
          <a:prstGeom prst="noSmoking">
            <a:avLst>
              <a:gd name="adj" fmla="val 6697"/>
            </a:avLst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5722DBD3-5299-2051-4EC1-3C1D18B27DD6}"/>
              </a:ext>
            </a:extLst>
          </p:cNvPr>
          <p:cNvSpPr txBox="1"/>
          <p:nvPr/>
        </p:nvSpPr>
        <p:spPr>
          <a:xfrm>
            <a:off x="7669593" y="338062"/>
            <a:ext cx="38429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/>
              <a:t>그래프에서 중요한 정보를 추출</a:t>
            </a:r>
            <a:endParaRPr lang="en-US" altLang="ko-KR" sz="2000" dirty="0"/>
          </a:p>
          <a:p>
            <a:pPr algn="ctr"/>
            <a:r>
              <a:rPr lang="ko-KR" altLang="en-US" sz="2000" dirty="0"/>
              <a:t>하기 위한 </a:t>
            </a:r>
            <a:r>
              <a:rPr lang="en-US" altLang="ko-KR" sz="2000" dirty="0"/>
              <a:t>weight</a:t>
            </a:r>
            <a:r>
              <a:rPr lang="ko-KR" altLang="en-US" sz="2000" dirty="0"/>
              <a:t>를 적용</a:t>
            </a:r>
            <a:endParaRPr lang="en-US" altLang="ko-KR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949652-9C43-54D3-1B92-3500355A5DDB}"/>
              </a:ext>
            </a:extLst>
          </p:cNvPr>
          <p:cNvSpPr txBox="1"/>
          <p:nvPr/>
        </p:nvSpPr>
        <p:spPr>
          <a:xfrm>
            <a:off x="1102016" y="1964847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분자 구조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380B25-8524-576F-8A70-061AC00C51FA}"/>
              </a:ext>
            </a:extLst>
          </p:cNvPr>
          <p:cNvSpPr txBox="1"/>
          <p:nvPr/>
        </p:nvSpPr>
        <p:spPr>
          <a:xfrm>
            <a:off x="2774450" y="2531799"/>
            <a:ext cx="3414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노드랑</a:t>
            </a:r>
            <a:r>
              <a:rPr lang="ko-KR" altLang="en-US" dirty="0"/>
              <a:t> </a:t>
            </a:r>
            <a:r>
              <a:rPr lang="en-US" altLang="ko-KR" dirty="0"/>
              <a:t>edge</a:t>
            </a:r>
            <a:r>
              <a:rPr lang="ko-KR" altLang="en-US" dirty="0"/>
              <a:t>로 연결되면 </a:t>
            </a:r>
            <a:r>
              <a:rPr lang="en-US" altLang="ko-KR" dirty="0"/>
              <a:t>graph</a:t>
            </a:r>
          </a:p>
        </p:txBody>
      </p:sp>
    </p:spTree>
    <p:extLst>
      <p:ext uri="{BB962C8B-B14F-4D97-AF65-F5344CB8AC3E}">
        <p14:creationId xmlns:p14="http://schemas.microsoft.com/office/powerpoint/2010/main" val="16062822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그룹 98">
            <a:extLst>
              <a:ext uri="{FF2B5EF4-FFF2-40B4-BE49-F238E27FC236}">
                <a16:creationId xmlns:a16="http://schemas.microsoft.com/office/drawing/2014/main" id="{7BFB128E-8ADC-74DF-25E4-B5B07321C2C2}"/>
              </a:ext>
            </a:extLst>
          </p:cNvPr>
          <p:cNvGrpSpPr/>
          <p:nvPr/>
        </p:nvGrpSpPr>
        <p:grpSpPr>
          <a:xfrm>
            <a:off x="3893877" y="49673"/>
            <a:ext cx="822251" cy="1885507"/>
            <a:chOff x="2048540" y="1601972"/>
            <a:chExt cx="822251" cy="1885507"/>
          </a:xfrm>
        </p:grpSpPr>
        <p:sp>
          <p:nvSpPr>
            <p:cNvPr id="100" name="사각형: 둥근 모서리 99">
              <a:extLst>
                <a:ext uri="{FF2B5EF4-FFF2-40B4-BE49-F238E27FC236}">
                  <a16:creationId xmlns:a16="http://schemas.microsoft.com/office/drawing/2014/main" id="{5C75AC8C-0243-44EA-BD1D-4A2095A0F029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" name="타원 103">
              <a:extLst>
                <a:ext uri="{FF2B5EF4-FFF2-40B4-BE49-F238E27FC236}">
                  <a16:creationId xmlns:a16="http://schemas.microsoft.com/office/drawing/2014/main" id="{252E4197-E899-0FF7-D73C-BBA02D87E78C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701A0A5E-AFC2-FE27-5517-23FD250B172D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타원 105">
              <a:extLst>
                <a:ext uri="{FF2B5EF4-FFF2-40B4-BE49-F238E27FC236}">
                  <a16:creationId xmlns:a16="http://schemas.microsoft.com/office/drawing/2014/main" id="{175B2CB3-F895-B65F-CCB5-51DFF17C66E3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C683A2BB-CAAE-477F-87E7-C48DEF44B449}"/>
              </a:ext>
            </a:extLst>
          </p:cNvPr>
          <p:cNvGrpSpPr/>
          <p:nvPr/>
        </p:nvGrpSpPr>
        <p:grpSpPr>
          <a:xfrm>
            <a:off x="4868526" y="49672"/>
            <a:ext cx="822251" cy="1885507"/>
            <a:chOff x="2048540" y="1601972"/>
            <a:chExt cx="822251" cy="1885507"/>
          </a:xfrm>
        </p:grpSpPr>
        <p:sp>
          <p:nvSpPr>
            <p:cNvPr id="153" name="사각형: 둥근 모서리 152">
              <a:extLst>
                <a:ext uri="{FF2B5EF4-FFF2-40B4-BE49-F238E27FC236}">
                  <a16:creationId xmlns:a16="http://schemas.microsoft.com/office/drawing/2014/main" id="{4EAD7ADB-67FE-630C-515A-60B93CE59EBE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" name="타원 153">
              <a:extLst>
                <a:ext uri="{FF2B5EF4-FFF2-40B4-BE49-F238E27FC236}">
                  <a16:creationId xmlns:a16="http://schemas.microsoft.com/office/drawing/2014/main" id="{D25E1C52-3C26-49F2-3DAE-5C83CE9AD930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" name="타원 155">
              <a:extLst>
                <a:ext uri="{FF2B5EF4-FFF2-40B4-BE49-F238E27FC236}">
                  <a16:creationId xmlns:a16="http://schemas.microsoft.com/office/drawing/2014/main" id="{5F8D2871-B1FD-96CF-786C-E171D863CD73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" name="타원 156">
              <a:extLst>
                <a:ext uri="{FF2B5EF4-FFF2-40B4-BE49-F238E27FC236}">
                  <a16:creationId xmlns:a16="http://schemas.microsoft.com/office/drawing/2014/main" id="{B326B30A-D7EC-E844-1CF7-366B94F2C9BC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409F5EAC-6567-07D4-F3E8-EF51A574EE66}"/>
              </a:ext>
            </a:extLst>
          </p:cNvPr>
          <p:cNvGrpSpPr/>
          <p:nvPr/>
        </p:nvGrpSpPr>
        <p:grpSpPr>
          <a:xfrm>
            <a:off x="5765233" y="56012"/>
            <a:ext cx="822251" cy="1885507"/>
            <a:chOff x="2048540" y="1601972"/>
            <a:chExt cx="822251" cy="1885507"/>
          </a:xfrm>
        </p:grpSpPr>
        <p:sp>
          <p:nvSpPr>
            <p:cNvPr id="159" name="사각형: 둥근 모서리 158">
              <a:extLst>
                <a:ext uri="{FF2B5EF4-FFF2-40B4-BE49-F238E27FC236}">
                  <a16:creationId xmlns:a16="http://schemas.microsoft.com/office/drawing/2014/main" id="{1881E477-8835-8DB1-BDF6-D29F1B6EAC54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" name="타원 159">
              <a:extLst>
                <a:ext uri="{FF2B5EF4-FFF2-40B4-BE49-F238E27FC236}">
                  <a16:creationId xmlns:a16="http://schemas.microsoft.com/office/drawing/2014/main" id="{519FB537-A0BA-4AFC-E320-BEFCBD6DA3B6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" name="타원 160">
              <a:extLst>
                <a:ext uri="{FF2B5EF4-FFF2-40B4-BE49-F238E27FC236}">
                  <a16:creationId xmlns:a16="http://schemas.microsoft.com/office/drawing/2014/main" id="{DE8F7289-7AA8-5E62-3824-BC25276DF69F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" name="타원 161">
              <a:extLst>
                <a:ext uri="{FF2B5EF4-FFF2-40B4-BE49-F238E27FC236}">
                  <a16:creationId xmlns:a16="http://schemas.microsoft.com/office/drawing/2014/main" id="{AD67E566-03EE-D7E4-7329-077004BD1168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63" name="그룹 162">
            <a:extLst>
              <a:ext uri="{FF2B5EF4-FFF2-40B4-BE49-F238E27FC236}">
                <a16:creationId xmlns:a16="http://schemas.microsoft.com/office/drawing/2014/main" id="{6E1F4875-52E4-75A4-C939-122A35BAA827}"/>
              </a:ext>
            </a:extLst>
          </p:cNvPr>
          <p:cNvGrpSpPr/>
          <p:nvPr/>
        </p:nvGrpSpPr>
        <p:grpSpPr>
          <a:xfrm>
            <a:off x="6679604" y="49672"/>
            <a:ext cx="822251" cy="1885507"/>
            <a:chOff x="2048540" y="1601972"/>
            <a:chExt cx="822251" cy="1885507"/>
          </a:xfrm>
        </p:grpSpPr>
        <p:sp>
          <p:nvSpPr>
            <p:cNvPr id="164" name="사각형: 둥근 모서리 163">
              <a:extLst>
                <a:ext uri="{FF2B5EF4-FFF2-40B4-BE49-F238E27FC236}">
                  <a16:creationId xmlns:a16="http://schemas.microsoft.com/office/drawing/2014/main" id="{A479C366-FEBD-E7EB-501A-7EC159A50E49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" name="타원 164">
              <a:extLst>
                <a:ext uri="{FF2B5EF4-FFF2-40B4-BE49-F238E27FC236}">
                  <a16:creationId xmlns:a16="http://schemas.microsoft.com/office/drawing/2014/main" id="{5FC61871-19A0-690A-17B1-31214A62D38C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" name="타원 165">
              <a:extLst>
                <a:ext uri="{FF2B5EF4-FFF2-40B4-BE49-F238E27FC236}">
                  <a16:creationId xmlns:a16="http://schemas.microsoft.com/office/drawing/2014/main" id="{636D5EF1-02BF-0E90-969B-4D28842C3ABF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" name="타원 166">
              <a:extLst>
                <a:ext uri="{FF2B5EF4-FFF2-40B4-BE49-F238E27FC236}">
                  <a16:creationId xmlns:a16="http://schemas.microsoft.com/office/drawing/2014/main" id="{9A3273E4-68BD-B69A-8657-0DE21F1D7B8B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68" name="직선 화살표 연결선 167">
            <a:extLst>
              <a:ext uri="{FF2B5EF4-FFF2-40B4-BE49-F238E27FC236}">
                <a16:creationId xmlns:a16="http://schemas.microsoft.com/office/drawing/2014/main" id="{65308C6A-05A9-F44B-BE44-193F1AD14741}"/>
              </a:ext>
            </a:extLst>
          </p:cNvPr>
          <p:cNvCxnSpPr>
            <a:cxnSpLocks/>
            <a:endCxn id="100" idx="1"/>
          </p:cNvCxnSpPr>
          <p:nvPr/>
        </p:nvCxnSpPr>
        <p:spPr>
          <a:xfrm>
            <a:off x="3065396" y="983676"/>
            <a:ext cx="828481" cy="87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9" name="TextBox 168">
            <a:extLst>
              <a:ext uri="{FF2B5EF4-FFF2-40B4-BE49-F238E27FC236}">
                <a16:creationId xmlns:a16="http://schemas.microsoft.com/office/drawing/2014/main" id="{4E537A97-607E-6504-C0CD-9AE1C3D90A09}"/>
              </a:ext>
            </a:extLst>
          </p:cNvPr>
          <p:cNvSpPr txBox="1"/>
          <p:nvPr/>
        </p:nvSpPr>
        <p:spPr>
          <a:xfrm>
            <a:off x="9178614" y="576926"/>
            <a:ext cx="47160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dirty="0"/>
              <a:t>x</a:t>
            </a:r>
            <a:endParaRPr lang="ko-KR" altLang="en-US" sz="4800" dirty="0"/>
          </a:p>
        </p:txBody>
      </p:sp>
      <p:cxnSp>
        <p:nvCxnSpPr>
          <p:cNvPr id="170" name="직선 화살표 연결선 169">
            <a:extLst>
              <a:ext uri="{FF2B5EF4-FFF2-40B4-BE49-F238E27FC236}">
                <a16:creationId xmlns:a16="http://schemas.microsoft.com/office/drawing/2014/main" id="{A0E4161B-1E5E-6327-2156-395C2FD367C3}"/>
              </a:ext>
            </a:extLst>
          </p:cNvPr>
          <p:cNvCxnSpPr>
            <a:cxnSpLocks/>
            <a:stCxn id="164" idx="3"/>
            <a:endCxn id="169" idx="1"/>
          </p:cNvCxnSpPr>
          <p:nvPr/>
        </p:nvCxnSpPr>
        <p:spPr>
          <a:xfrm flipV="1">
            <a:off x="7501855" y="992425"/>
            <a:ext cx="167675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9882EC57-2FAA-CF5F-AE90-78FB085CCBCD}"/>
              </a:ext>
            </a:extLst>
          </p:cNvPr>
          <p:cNvSpPr txBox="1"/>
          <p:nvPr/>
        </p:nvSpPr>
        <p:spPr>
          <a:xfrm>
            <a:off x="7710869" y="1382273"/>
            <a:ext cx="32042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Embedding vector</a:t>
            </a:r>
          </a:p>
        </p:txBody>
      </p:sp>
      <p:pic>
        <p:nvPicPr>
          <p:cNvPr id="173" name="그림 172">
            <a:extLst>
              <a:ext uri="{FF2B5EF4-FFF2-40B4-BE49-F238E27FC236}">
                <a16:creationId xmlns:a16="http://schemas.microsoft.com/office/drawing/2014/main" id="{000F18F1-B456-1A78-9EC1-15F18FDE1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71" y="199469"/>
            <a:ext cx="2878239" cy="1619009"/>
          </a:xfrm>
          <a:prstGeom prst="rect">
            <a:avLst/>
          </a:prstGeom>
        </p:spPr>
      </p:pic>
      <p:grpSp>
        <p:nvGrpSpPr>
          <p:cNvPr id="175" name="그룹 174">
            <a:extLst>
              <a:ext uri="{FF2B5EF4-FFF2-40B4-BE49-F238E27FC236}">
                <a16:creationId xmlns:a16="http://schemas.microsoft.com/office/drawing/2014/main" id="{C1D79A41-273E-8543-E63C-1D37748B65AA}"/>
              </a:ext>
            </a:extLst>
          </p:cNvPr>
          <p:cNvGrpSpPr/>
          <p:nvPr/>
        </p:nvGrpSpPr>
        <p:grpSpPr>
          <a:xfrm>
            <a:off x="3907890" y="2091951"/>
            <a:ext cx="822251" cy="1885507"/>
            <a:chOff x="2048540" y="1601972"/>
            <a:chExt cx="822251" cy="1885507"/>
          </a:xfrm>
        </p:grpSpPr>
        <p:sp>
          <p:nvSpPr>
            <p:cNvPr id="176" name="사각형: 둥근 모서리 175">
              <a:extLst>
                <a:ext uri="{FF2B5EF4-FFF2-40B4-BE49-F238E27FC236}">
                  <a16:creationId xmlns:a16="http://schemas.microsoft.com/office/drawing/2014/main" id="{3C1E48CD-C3B0-FE01-4309-39E11F68A991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7" name="타원 176">
              <a:extLst>
                <a:ext uri="{FF2B5EF4-FFF2-40B4-BE49-F238E27FC236}">
                  <a16:creationId xmlns:a16="http://schemas.microsoft.com/office/drawing/2014/main" id="{712D5934-1E3C-665D-4A11-538D91EC51AB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AEE8DF39-F13C-336F-DB04-A75E511A6CF0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9" name="타원 178">
              <a:extLst>
                <a:ext uri="{FF2B5EF4-FFF2-40B4-BE49-F238E27FC236}">
                  <a16:creationId xmlns:a16="http://schemas.microsoft.com/office/drawing/2014/main" id="{461C6B95-6BF6-11BE-52C2-A5DDD1F2CFEC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0" name="그룹 179">
            <a:extLst>
              <a:ext uri="{FF2B5EF4-FFF2-40B4-BE49-F238E27FC236}">
                <a16:creationId xmlns:a16="http://schemas.microsoft.com/office/drawing/2014/main" id="{D8BA9BCE-A2FF-927B-5433-460CFAEF136B}"/>
              </a:ext>
            </a:extLst>
          </p:cNvPr>
          <p:cNvGrpSpPr/>
          <p:nvPr/>
        </p:nvGrpSpPr>
        <p:grpSpPr>
          <a:xfrm>
            <a:off x="4882539" y="2091950"/>
            <a:ext cx="822251" cy="1885507"/>
            <a:chOff x="2048540" y="1601972"/>
            <a:chExt cx="822251" cy="1885507"/>
          </a:xfrm>
        </p:grpSpPr>
        <p:sp>
          <p:nvSpPr>
            <p:cNvPr id="181" name="사각형: 둥근 모서리 180">
              <a:extLst>
                <a:ext uri="{FF2B5EF4-FFF2-40B4-BE49-F238E27FC236}">
                  <a16:creationId xmlns:a16="http://schemas.microsoft.com/office/drawing/2014/main" id="{CB824B9D-0390-6FA9-E45A-300062A46E10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2" name="타원 181">
              <a:extLst>
                <a:ext uri="{FF2B5EF4-FFF2-40B4-BE49-F238E27FC236}">
                  <a16:creationId xmlns:a16="http://schemas.microsoft.com/office/drawing/2014/main" id="{991D1114-5FFD-5FEC-3DE3-869ACE77E24C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3" name="타원 182">
              <a:extLst>
                <a:ext uri="{FF2B5EF4-FFF2-40B4-BE49-F238E27FC236}">
                  <a16:creationId xmlns:a16="http://schemas.microsoft.com/office/drawing/2014/main" id="{EC6C6D29-322C-77D1-AA0E-82D562F0E27D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4" name="타원 183">
              <a:extLst>
                <a:ext uri="{FF2B5EF4-FFF2-40B4-BE49-F238E27FC236}">
                  <a16:creationId xmlns:a16="http://schemas.microsoft.com/office/drawing/2014/main" id="{F699615F-9BCE-30DD-EF82-50D20F468B0A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5" name="그룹 184">
            <a:extLst>
              <a:ext uri="{FF2B5EF4-FFF2-40B4-BE49-F238E27FC236}">
                <a16:creationId xmlns:a16="http://schemas.microsoft.com/office/drawing/2014/main" id="{D5C0C4F7-FC26-2535-E0DF-7C9403342E25}"/>
              </a:ext>
            </a:extLst>
          </p:cNvPr>
          <p:cNvGrpSpPr/>
          <p:nvPr/>
        </p:nvGrpSpPr>
        <p:grpSpPr>
          <a:xfrm>
            <a:off x="5779246" y="2098290"/>
            <a:ext cx="822251" cy="1885507"/>
            <a:chOff x="2048540" y="1601972"/>
            <a:chExt cx="822251" cy="1885507"/>
          </a:xfrm>
        </p:grpSpPr>
        <p:sp>
          <p:nvSpPr>
            <p:cNvPr id="186" name="사각형: 둥근 모서리 185">
              <a:extLst>
                <a:ext uri="{FF2B5EF4-FFF2-40B4-BE49-F238E27FC236}">
                  <a16:creationId xmlns:a16="http://schemas.microsoft.com/office/drawing/2014/main" id="{482E9FC4-6B75-C658-F54D-A687827B15AF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5B9518A6-702A-E41F-FF63-7AEAE954931A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8" name="타원 187">
              <a:extLst>
                <a:ext uri="{FF2B5EF4-FFF2-40B4-BE49-F238E27FC236}">
                  <a16:creationId xmlns:a16="http://schemas.microsoft.com/office/drawing/2014/main" id="{D42D1BA3-0A21-C176-43AD-662ECC41BBB8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9" name="타원 188">
              <a:extLst>
                <a:ext uri="{FF2B5EF4-FFF2-40B4-BE49-F238E27FC236}">
                  <a16:creationId xmlns:a16="http://schemas.microsoft.com/office/drawing/2014/main" id="{E9ACC3D1-0888-5595-5E5E-E625BDE5986B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90" name="그룹 189">
            <a:extLst>
              <a:ext uri="{FF2B5EF4-FFF2-40B4-BE49-F238E27FC236}">
                <a16:creationId xmlns:a16="http://schemas.microsoft.com/office/drawing/2014/main" id="{E526B96A-8FBE-19AD-674C-F545B09F48D1}"/>
              </a:ext>
            </a:extLst>
          </p:cNvPr>
          <p:cNvGrpSpPr/>
          <p:nvPr/>
        </p:nvGrpSpPr>
        <p:grpSpPr>
          <a:xfrm>
            <a:off x="6693617" y="2091950"/>
            <a:ext cx="822251" cy="1885507"/>
            <a:chOff x="2048540" y="1601972"/>
            <a:chExt cx="822251" cy="1885507"/>
          </a:xfrm>
        </p:grpSpPr>
        <p:sp>
          <p:nvSpPr>
            <p:cNvPr id="191" name="사각형: 둥근 모서리 190">
              <a:extLst>
                <a:ext uri="{FF2B5EF4-FFF2-40B4-BE49-F238E27FC236}">
                  <a16:creationId xmlns:a16="http://schemas.microsoft.com/office/drawing/2014/main" id="{7ACE9CDF-54E4-1701-B96B-1176FC16F954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2" name="타원 191">
              <a:extLst>
                <a:ext uri="{FF2B5EF4-FFF2-40B4-BE49-F238E27FC236}">
                  <a16:creationId xmlns:a16="http://schemas.microsoft.com/office/drawing/2014/main" id="{FF9BC3F1-87AA-14CE-7997-A88675C66F7C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3" name="타원 192">
              <a:extLst>
                <a:ext uri="{FF2B5EF4-FFF2-40B4-BE49-F238E27FC236}">
                  <a16:creationId xmlns:a16="http://schemas.microsoft.com/office/drawing/2014/main" id="{4D90915B-AEB8-4314-C8A9-381ACACF6289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4" name="타원 193">
              <a:extLst>
                <a:ext uri="{FF2B5EF4-FFF2-40B4-BE49-F238E27FC236}">
                  <a16:creationId xmlns:a16="http://schemas.microsoft.com/office/drawing/2014/main" id="{F9B205DE-CAD9-AE65-4336-21059E81A930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95" name="직선 화살표 연결선 194">
            <a:extLst>
              <a:ext uri="{FF2B5EF4-FFF2-40B4-BE49-F238E27FC236}">
                <a16:creationId xmlns:a16="http://schemas.microsoft.com/office/drawing/2014/main" id="{5F443669-7BED-4415-E5D1-E2DBF419BAA7}"/>
              </a:ext>
            </a:extLst>
          </p:cNvPr>
          <p:cNvCxnSpPr>
            <a:cxnSpLocks/>
            <a:endCxn id="176" idx="1"/>
          </p:cNvCxnSpPr>
          <p:nvPr/>
        </p:nvCxnSpPr>
        <p:spPr>
          <a:xfrm>
            <a:off x="3079409" y="3025954"/>
            <a:ext cx="828481" cy="87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6" name="TextBox 195">
            <a:extLst>
              <a:ext uri="{FF2B5EF4-FFF2-40B4-BE49-F238E27FC236}">
                <a16:creationId xmlns:a16="http://schemas.microsoft.com/office/drawing/2014/main" id="{C945B9C2-8992-71F7-B24B-B5CE150E175D}"/>
              </a:ext>
            </a:extLst>
          </p:cNvPr>
          <p:cNvSpPr txBox="1"/>
          <p:nvPr/>
        </p:nvSpPr>
        <p:spPr>
          <a:xfrm>
            <a:off x="9192627" y="2619204"/>
            <a:ext cx="47160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dirty="0"/>
              <a:t>x</a:t>
            </a:r>
            <a:endParaRPr lang="ko-KR" altLang="en-US" sz="4800" dirty="0"/>
          </a:p>
        </p:txBody>
      </p:sp>
      <p:cxnSp>
        <p:nvCxnSpPr>
          <p:cNvPr id="197" name="직선 화살표 연결선 196">
            <a:extLst>
              <a:ext uri="{FF2B5EF4-FFF2-40B4-BE49-F238E27FC236}">
                <a16:creationId xmlns:a16="http://schemas.microsoft.com/office/drawing/2014/main" id="{4C39D770-C622-0C06-6A23-F60DBD39B1A5}"/>
              </a:ext>
            </a:extLst>
          </p:cNvPr>
          <p:cNvCxnSpPr>
            <a:cxnSpLocks/>
            <a:stCxn id="191" idx="3"/>
            <a:endCxn id="196" idx="1"/>
          </p:cNvCxnSpPr>
          <p:nvPr/>
        </p:nvCxnSpPr>
        <p:spPr>
          <a:xfrm flipV="1">
            <a:off x="7515868" y="3034703"/>
            <a:ext cx="167675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07A639AA-09A3-3D66-36D8-B04DAC9A578C}"/>
              </a:ext>
            </a:extLst>
          </p:cNvPr>
          <p:cNvSpPr txBox="1"/>
          <p:nvPr/>
        </p:nvSpPr>
        <p:spPr>
          <a:xfrm>
            <a:off x="7724882" y="3424551"/>
            <a:ext cx="32042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Embedding vector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BC9DE155-2EE4-15FC-3626-1835B9406710}"/>
              </a:ext>
            </a:extLst>
          </p:cNvPr>
          <p:cNvSpPr txBox="1"/>
          <p:nvPr/>
        </p:nvSpPr>
        <p:spPr>
          <a:xfrm>
            <a:off x="0" y="2642128"/>
            <a:ext cx="32042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Prompt: </a:t>
            </a:r>
            <a:r>
              <a:rPr lang="ko-KR" altLang="en-US" sz="2000" dirty="0"/>
              <a:t>고양이가 </a:t>
            </a:r>
            <a:r>
              <a:rPr lang="ko-KR" altLang="en-US" sz="2000" dirty="0" err="1"/>
              <a:t>멀쩡해보이는데</a:t>
            </a:r>
            <a:r>
              <a:rPr lang="ko-KR" altLang="en-US" sz="2000" dirty="0"/>
              <a:t> 밥을 잘 </a:t>
            </a:r>
            <a:r>
              <a:rPr lang="ko-KR" altLang="en-US" sz="2000" dirty="0" err="1"/>
              <a:t>안먹네</a:t>
            </a:r>
            <a:r>
              <a:rPr lang="en-US" altLang="ko-KR" sz="2000" dirty="0"/>
              <a:t>?</a:t>
            </a:r>
          </a:p>
        </p:txBody>
      </p:sp>
      <p:grpSp>
        <p:nvGrpSpPr>
          <p:cNvPr id="202" name="그룹 201">
            <a:extLst>
              <a:ext uri="{FF2B5EF4-FFF2-40B4-BE49-F238E27FC236}">
                <a16:creationId xmlns:a16="http://schemas.microsoft.com/office/drawing/2014/main" id="{0566F842-96ED-50E8-6478-3DDC9233A596}"/>
              </a:ext>
            </a:extLst>
          </p:cNvPr>
          <p:cNvGrpSpPr/>
          <p:nvPr/>
        </p:nvGrpSpPr>
        <p:grpSpPr>
          <a:xfrm>
            <a:off x="1772093" y="4913526"/>
            <a:ext cx="822251" cy="1885507"/>
            <a:chOff x="2048540" y="1601972"/>
            <a:chExt cx="822251" cy="1885507"/>
          </a:xfrm>
        </p:grpSpPr>
        <p:sp>
          <p:nvSpPr>
            <p:cNvPr id="203" name="사각형: 둥근 모서리 202">
              <a:extLst>
                <a:ext uri="{FF2B5EF4-FFF2-40B4-BE49-F238E27FC236}">
                  <a16:creationId xmlns:a16="http://schemas.microsoft.com/office/drawing/2014/main" id="{ACDF49B7-7656-1527-3D5C-0EF121FC1456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4" name="타원 203">
              <a:extLst>
                <a:ext uri="{FF2B5EF4-FFF2-40B4-BE49-F238E27FC236}">
                  <a16:creationId xmlns:a16="http://schemas.microsoft.com/office/drawing/2014/main" id="{145D870B-AF75-A652-E9E2-641CD3F6F5BF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" name="타원 204">
              <a:extLst>
                <a:ext uri="{FF2B5EF4-FFF2-40B4-BE49-F238E27FC236}">
                  <a16:creationId xmlns:a16="http://schemas.microsoft.com/office/drawing/2014/main" id="{A246D61E-9DC2-E3AF-F824-9ED0E5FC568E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6" name="타원 205">
              <a:extLst>
                <a:ext uri="{FF2B5EF4-FFF2-40B4-BE49-F238E27FC236}">
                  <a16:creationId xmlns:a16="http://schemas.microsoft.com/office/drawing/2014/main" id="{1391C51E-F424-9883-8CE6-CF50A04DEBC6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11" name="그룹 210">
            <a:extLst>
              <a:ext uri="{FF2B5EF4-FFF2-40B4-BE49-F238E27FC236}">
                <a16:creationId xmlns:a16="http://schemas.microsoft.com/office/drawing/2014/main" id="{AE96C1FB-CAFD-284A-A903-78D010D38D3E}"/>
              </a:ext>
            </a:extLst>
          </p:cNvPr>
          <p:cNvGrpSpPr/>
          <p:nvPr/>
        </p:nvGrpSpPr>
        <p:grpSpPr>
          <a:xfrm>
            <a:off x="2932455" y="4913526"/>
            <a:ext cx="822251" cy="1885507"/>
            <a:chOff x="2048540" y="1601972"/>
            <a:chExt cx="822251" cy="1885507"/>
          </a:xfrm>
        </p:grpSpPr>
        <p:sp>
          <p:nvSpPr>
            <p:cNvPr id="212" name="사각형: 둥근 모서리 211">
              <a:extLst>
                <a:ext uri="{FF2B5EF4-FFF2-40B4-BE49-F238E27FC236}">
                  <a16:creationId xmlns:a16="http://schemas.microsoft.com/office/drawing/2014/main" id="{5BBD2E50-FDB1-3F64-2D51-4986B3290BF8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" name="타원 212">
              <a:extLst>
                <a:ext uri="{FF2B5EF4-FFF2-40B4-BE49-F238E27FC236}">
                  <a16:creationId xmlns:a16="http://schemas.microsoft.com/office/drawing/2014/main" id="{D3F618FA-B5EB-DC75-94D9-6A27E3211E8E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4" name="타원 213">
              <a:extLst>
                <a:ext uri="{FF2B5EF4-FFF2-40B4-BE49-F238E27FC236}">
                  <a16:creationId xmlns:a16="http://schemas.microsoft.com/office/drawing/2014/main" id="{70FECCA7-991C-4947-D754-C53DB6636026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5" name="타원 214">
              <a:extLst>
                <a:ext uri="{FF2B5EF4-FFF2-40B4-BE49-F238E27FC236}">
                  <a16:creationId xmlns:a16="http://schemas.microsoft.com/office/drawing/2014/main" id="{B2757E09-EA67-A9F6-77BF-7B871DA18275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16" name="그룹 215">
            <a:extLst>
              <a:ext uri="{FF2B5EF4-FFF2-40B4-BE49-F238E27FC236}">
                <a16:creationId xmlns:a16="http://schemas.microsoft.com/office/drawing/2014/main" id="{7DFAF3EF-60E7-4622-2064-3AEA54B48B94}"/>
              </a:ext>
            </a:extLst>
          </p:cNvPr>
          <p:cNvGrpSpPr/>
          <p:nvPr/>
        </p:nvGrpSpPr>
        <p:grpSpPr>
          <a:xfrm>
            <a:off x="4696047" y="4912693"/>
            <a:ext cx="822251" cy="1885507"/>
            <a:chOff x="2048540" y="1601972"/>
            <a:chExt cx="822251" cy="1885507"/>
          </a:xfrm>
        </p:grpSpPr>
        <p:sp>
          <p:nvSpPr>
            <p:cNvPr id="217" name="사각형: 둥근 모서리 216">
              <a:extLst>
                <a:ext uri="{FF2B5EF4-FFF2-40B4-BE49-F238E27FC236}">
                  <a16:creationId xmlns:a16="http://schemas.microsoft.com/office/drawing/2014/main" id="{C50570AB-C04E-A8FC-199D-67D34D6A7ED2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8" name="타원 217">
              <a:extLst>
                <a:ext uri="{FF2B5EF4-FFF2-40B4-BE49-F238E27FC236}">
                  <a16:creationId xmlns:a16="http://schemas.microsoft.com/office/drawing/2014/main" id="{58278A8D-9E8A-5886-BCBB-F102E8F34A8D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9" name="타원 218">
              <a:extLst>
                <a:ext uri="{FF2B5EF4-FFF2-40B4-BE49-F238E27FC236}">
                  <a16:creationId xmlns:a16="http://schemas.microsoft.com/office/drawing/2014/main" id="{48EB2BB0-AA08-AAC0-A3F6-0061ED0682E4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0" name="타원 219">
              <a:extLst>
                <a:ext uri="{FF2B5EF4-FFF2-40B4-BE49-F238E27FC236}">
                  <a16:creationId xmlns:a16="http://schemas.microsoft.com/office/drawing/2014/main" id="{9BE7C179-DC99-109D-DF7E-3C160E69FE6F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21" name="그룹 220">
            <a:extLst>
              <a:ext uri="{FF2B5EF4-FFF2-40B4-BE49-F238E27FC236}">
                <a16:creationId xmlns:a16="http://schemas.microsoft.com/office/drawing/2014/main" id="{426547A6-AA5D-BCB2-68DA-069BA210AAD3}"/>
              </a:ext>
            </a:extLst>
          </p:cNvPr>
          <p:cNvGrpSpPr/>
          <p:nvPr/>
        </p:nvGrpSpPr>
        <p:grpSpPr>
          <a:xfrm>
            <a:off x="5856409" y="4912693"/>
            <a:ext cx="822251" cy="1885507"/>
            <a:chOff x="2048540" y="1601972"/>
            <a:chExt cx="822251" cy="1885507"/>
          </a:xfrm>
        </p:grpSpPr>
        <p:sp>
          <p:nvSpPr>
            <p:cNvPr id="222" name="사각형: 둥근 모서리 221">
              <a:extLst>
                <a:ext uri="{FF2B5EF4-FFF2-40B4-BE49-F238E27FC236}">
                  <a16:creationId xmlns:a16="http://schemas.microsoft.com/office/drawing/2014/main" id="{B8064C36-B09E-611D-8668-B2C9B171DB90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타원 222">
              <a:extLst>
                <a:ext uri="{FF2B5EF4-FFF2-40B4-BE49-F238E27FC236}">
                  <a16:creationId xmlns:a16="http://schemas.microsoft.com/office/drawing/2014/main" id="{8532C5D8-D007-B16A-8DB5-2E88345F7CDD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4" name="타원 223">
              <a:extLst>
                <a:ext uri="{FF2B5EF4-FFF2-40B4-BE49-F238E27FC236}">
                  <a16:creationId xmlns:a16="http://schemas.microsoft.com/office/drawing/2014/main" id="{659998F5-BBCA-10E7-AB8E-1AAEE8758F07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5" name="타원 224">
              <a:extLst>
                <a:ext uri="{FF2B5EF4-FFF2-40B4-BE49-F238E27FC236}">
                  <a16:creationId xmlns:a16="http://schemas.microsoft.com/office/drawing/2014/main" id="{47DCCC59-CE29-CAF1-9DCD-54BA2F3F483E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26" name="그룹 225">
            <a:extLst>
              <a:ext uri="{FF2B5EF4-FFF2-40B4-BE49-F238E27FC236}">
                <a16:creationId xmlns:a16="http://schemas.microsoft.com/office/drawing/2014/main" id="{E9F5946E-1C2F-40DC-3655-B70E8E858F75}"/>
              </a:ext>
            </a:extLst>
          </p:cNvPr>
          <p:cNvGrpSpPr/>
          <p:nvPr/>
        </p:nvGrpSpPr>
        <p:grpSpPr>
          <a:xfrm>
            <a:off x="7620001" y="4904772"/>
            <a:ext cx="822251" cy="1885507"/>
            <a:chOff x="2048540" y="1601972"/>
            <a:chExt cx="822251" cy="1885507"/>
          </a:xfrm>
        </p:grpSpPr>
        <p:sp>
          <p:nvSpPr>
            <p:cNvPr id="227" name="사각형: 둥근 모서리 226">
              <a:extLst>
                <a:ext uri="{FF2B5EF4-FFF2-40B4-BE49-F238E27FC236}">
                  <a16:creationId xmlns:a16="http://schemas.microsoft.com/office/drawing/2014/main" id="{4439F3EE-1241-B4C6-26D2-C6B5B0F5B68D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8" name="타원 227">
              <a:extLst>
                <a:ext uri="{FF2B5EF4-FFF2-40B4-BE49-F238E27FC236}">
                  <a16:creationId xmlns:a16="http://schemas.microsoft.com/office/drawing/2014/main" id="{90AA4BA7-4049-7B4B-CDF9-378C56F18A7D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9" name="타원 228">
              <a:extLst>
                <a:ext uri="{FF2B5EF4-FFF2-40B4-BE49-F238E27FC236}">
                  <a16:creationId xmlns:a16="http://schemas.microsoft.com/office/drawing/2014/main" id="{03623A39-AFA4-0AA6-3D31-BE383B494B3B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0" name="타원 229">
              <a:extLst>
                <a:ext uri="{FF2B5EF4-FFF2-40B4-BE49-F238E27FC236}">
                  <a16:creationId xmlns:a16="http://schemas.microsoft.com/office/drawing/2014/main" id="{6A3D4CBF-4B11-AB23-7061-587B814386F9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31" name="그룹 230">
            <a:extLst>
              <a:ext uri="{FF2B5EF4-FFF2-40B4-BE49-F238E27FC236}">
                <a16:creationId xmlns:a16="http://schemas.microsoft.com/office/drawing/2014/main" id="{4D20A3C8-7CEF-320B-2930-10D90DD1CA3C}"/>
              </a:ext>
            </a:extLst>
          </p:cNvPr>
          <p:cNvGrpSpPr/>
          <p:nvPr/>
        </p:nvGrpSpPr>
        <p:grpSpPr>
          <a:xfrm>
            <a:off x="8780363" y="4904772"/>
            <a:ext cx="822251" cy="1885507"/>
            <a:chOff x="2048540" y="1601972"/>
            <a:chExt cx="822251" cy="1885507"/>
          </a:xfrm>
        </p:grpSpPr>
        <p:sp>
          <p:nvSpPr>
            <p:cNvPr id="232" name="사각형: 둥근 모서리 231">
              <a:extLst>
                <a:ext uri="{FF2B5EF4-FFF2-40B4-BE49-F238E27FC236}">
                  <a16:creationId xmlns:a16="http://schemas.microsoft.com/office/drawing/2014/main" id="{A2B6E944-299B-CF2C-839B-5DC5F8E07491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3" name="타원 232">
              <a:extLst>
                <a:ext uri="{FF2B5EF4-FFF2-40B4-BE49-F238E27FC236}">
                  <a16:creationId xmlns:a16="http://schemas.microsoft.com/office/drawing/2014/main" id="{B09FF915-8AAB-50CF-5C96-2D8DBAB0C0C8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4" name="타원 233">
              <a:extLst>
                <a:ext uri="{FF2B5EF4-FFF2-40B4-BE49-F238E27FC236}">
                  <a16:creationId xmlns:a16="http://schemas.microsoft.com/office/drawing/2014/main" id="{505F6349-3357-350D-0CD4-C512EFF31C7B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5" name="타원 234">
              <a:extLst>
                <a:ext uri="{FF2B5EF4-FFF2-40B4-BE49-F238E27FC236}">
                  <a16:creationId xmlns:a16="http://schemas.microsoft.com/office/drawing/2014/main" id="{7AE63846-FD77-C9E6-0853-FDB76BF0C67B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97180F5A-8018-10A3-6095-102A824ED263}"/>
              </a:ext>
            </a:extLst>
          </p:cNvPr>
          <p:cNvSpPr txBox="1"/>
          <p:nvPr/>
        </p:nvSpPr>
        <p:spPr>
          <a:xfrm>
            <a:off x="10962167" y="5439948"/>
            <a:ext cx="5309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dirty="0"/>
              <a:t>Y</a:t>
            </a:r>
            <a:endParaRPr lang="ko-KR" altLang="en-US" sz="4800" dirty="0"/>
          </a:p>
        </p:txBody>
      </p:sp>
      <p:cxnSp>
        <p:nvCxnSpPr>
          <p:cNvPr id="241" name="직선 화살표 연결선 240">
            <a:extLst>
              <a:ext uri="{FF2B5EF4-FFF2-40B4-BE49-F238E27FC236}">
                <a16:creationId xmlns:a16="http://schemas.microsoft.com/office/drawing/2014/main" id="{2D84B8A7-1DB0-CA75-8A84-8B51A64F8468}"/>
              </a:ext>
            </a:extLst>
          </p:cNvPr>
          <p:cNvCxnSpPr>
            <a:cxnSpLocks/>
            <a:stCxn id="212" idx="3"/>
            <a:endCxn id="217" idx="1"/>
          </p:cNvCxnSpPr>
          <p:nvPr/>
        </p:nvCxnSpPr>
        <p:spPr>
          <a:xfrm flipV="1">
            <a:off x="3754706" y="5855447"/>
            <a:ext cx="941341" cy="8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2" name="직선 화살표 연결선 241">
            <a:extLst>
              <a:ext uri="{FF2B5EF4-FFF2-40B4-BE49-F238E27FC236}">
                <a16:creationId xmlns:a16="http://schemas.microsoft.com/office/drawing/2014/main" id="{2644392F-51DD-F53F-9090-EE467A7CA6D4}"/>
              </a:ext>
            </a:extLst>
          </p:cNvPr>
          <p:cNvCxnSpPr>
            <a:cxnSpLocks/>
            <a:stCxn id="222" idx="3"/>
            <a:endCxn id="227" idx="1"/>
          </p:cNvCxnSpPr>
          <p:nvPr/>
        </p:nvCxnSpPr>
        <p:spPr>
          <a:xfrm flipV="1">
            <a:off x="6678660" y="5847526"/>
            <a:ext cx="941341" cy="79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3" name="직선 화살표 연결선 242">
            <a:extLst>
              <a:ext uri="{FF2B5EF4-FFF2-40B4-BE49-F238E27FC236}">
                <a16:creationId xmlns:a16="http://schemas.microsoft.com/office/drawing/2014/main" id="{37FF9CAB-D57F-1557-A0FD-AE6CAA4F51F3}"/>
              </a:ext>
            </a:extLst>
          </p:cNvPr>
          <p:cNvCxnSpPr>
            <a:cxnSpLocks/>
            <a:stCxn id="232" idx="3"/>
            <a:endCxn id="236" idx="1"/>
          </p:cNvCxnSpPr>
          <p:nvPr/>
        </p:nvCxnSpPr>
        <p:spPr>
          <a:xfrm>
            <a:off x="9602614" y="5847526"/>
            <a:ext cx="1359553" cy="79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5" name="TextBox 244">
            <a:extLst>
              <a:ext uri="{FF2B5EF4-FFF2-40B4-BE49-F238E27FC236}">
                <a16:creationId xmlns:a16="http://schemas.microsoft.com/office/drawing/2014/main" id="{84C0D0C3-712D-A76A-441B-F04A08DD3D12}"/>
              </a:ext>
            </a:extLst>
          </p:cNvPr>
          <p:cNvSpPr txBox="1"/>
          <p:nvPr/>
        </p:nvSpPr>
        <p:spPr>
          <a:xfrm>
            <a:off x="10391553" y="6295309"/>
            <a:ext cx="16700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Output</a:t>
            </a:r>
            <a:r>
              <a:rPr lang="ko-KR" altLang="en-US" sz="2000" dirty="0"/>
              <a:t> </a:t>
            </a:r>
            <a:r>
              <a:rPr lang="en-US" altLang="ko-KR" sz="2000" dirty="0"/>
              <a:t>layer</a:t>
            </a:r>
            <a:endParaRPr lang="ko-KR" altLang="en-US" sz="2000" dirty="0"/>
          </a:p>
        </p:txBody>
      </p:sp>
      <p:cxnSp>
        <p:nvCxnSpPr>
          <p:cNvPr id="248" name="연결선: 꺾임 247">
            <a:extLst>
              <a:ext uri="{FF2B5EF4-FFF2-40B4-BE49-F238E27FC236}">
                <a16:creationId xmlns:a16="http://schemas.microsoft.com/office/drawing/2014/main" id="{AD501E2E-FDE1-ECB9-CA93-4C820E2FDDC2}"/>
              </a:ext>
            </a:extLst>
          </p:cNvPr>
          <p:cNvCxnSpPr>
            <a:stCxn id="169" idx="3"/>
            <a:endCxn id="203" idx="1"/>
          </p:cNvCxnSpPr>
          <p:nvPr/>
        </p:nvCxnSpPr>
        <p:spPr>
          <a:xfrm flipH="1">
            <a:off x="1772093" y="992425"/>
            <a:ext cx="7878125" cy="4863855"/>
          </a:xfrm>
          <a:prstGeom prst="bentConnector5">
            <a:avLst>
              <a:gd name="adj1" fmla="val -26233"/>
              <a:gd name="adj2" fmla="val 69836"/>
              <a:gd name="adj3" fmla="val 102902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연결선: 꺾임 250">
            <a:extLst>
              <a:ext uri="{FF2B5EF4-FFF2-40B4-BE49-F238E27FC236}">
                <a16:creationId xmlns:a16="http://schemas.microsoft.com/office/drawing/2014/main" id="{66F63468-6A27-FF56-5147-DA2ADC120F9F}"/>
              </a:ext>
            </a:extLst>
          </p:cNvPr>
          <p:cNvCxnSpPr>
            <a:cxnSpLocks/>
            <a:stCxn id="196" idx="3"/>
            <a:endCxn id="203" idx="1"/>
          </p:cNvCxnSpPr>
          <p:nvPr/>
        </p:nvCxnSpPr>
        <p:spPr>
          <a:xfrm flipH="1">
            <a:off x="1772093" y="3034703"/>
            <a:ext cx="7892138" cy="2821577"/>
          </a:xfrm>
          <a:prstGeom prst="bentConnector5">
            <a:avLst>
              <a:gd name="adj1" fmla="val -25835"/>
              <a:gd name="adj2" fmla="val 47531"/>
              <a:gd name="adj3" fmla="val 102897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6" name="TextBox 255">
            <a:extLst>
              <a:ext uri="{FF2B5EF4-FFF2-40B4-BE49-F238E27FC236}">
                <a16:creationId xmlns:a16="http://schemas.microsoft.com/office/drawing/2014/main" id="{1993FAF6-CB1E-E36E-1BD3-DA6DDC586363}"/>
              </a:ext>
            </a:extLst>
          </p:cNvPr>
          <p:cNvSpPr txBox="1"/>
          <p:nvPr/>
        </p:nvSpPr>
        <p:spPr>
          <a:xfrm>
            <a:off x="7654254" y="88720"/>
            <a:ext cx="441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Multimodal (</a:t>
            </a:r>
            <a:r>
              <a:rPr lang="ko-KR" altLang="en-US" dirty="0"/>
              <a:t>서로 다른 정보를 함께 입력</a:t>
            </a:r>
            <a:r>
              <a:rPr lang="en-US" altLang="ko-KR" dirty="0"/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176B4F-E22B-0900-C0E0-1A50CADAA4B6}"/>
              </a:ext>
            </a:extLst>
          </p:cNvPr>
          <p:cNvSpPr txBox="1"/>
          <p:nvPr/>
        </p:nvSpPr>
        <p:spPr>
          <a:xfrm>
            <a:off x="8054109" y="576926"/>
            <a:ext cx="3102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이미지</a:t>
            </a:r>
            <a:r>
              <a:rPr lang="en-US" altLang="ko-KR" dirty="0"/>
              <a:t>, </a:t>
            </a:r>
            <a:r>
              <a:rPr lang="ko-KR" altLang="en-US" dirty="0"/>
              <a:t>텍스트 등 다른 유형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9FEA45-817C-AEA9-2912-E72116DCD4BC}"/>
              </a:ext>
            </a:extLst>
          </p:cNvPr>
          <p:cNvSpPr txBox="1"/>
          <p:nvPr/>
        </p:nvSpPr>
        <p:spPr>
          <a:xfrm>
            <a:off x="8289850" y="2091950"/>
            <a:ext cx="2194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다른 레이어 합쳐서</a:t>
            </a:r>
          </a:p>
        </p:txBody>
      </p:sp>
    </p:spTree>
    <p:extLst>
      <p:ext uri="{BB962C8B-B14F-4D97-AF65-F5344CB8AC3E}">
        <p14:creationId xmlns:p14="http://schemas.microsoft.com/office/powerpoint/2010/main" val="30217028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A3A927-196F-40FF-38C4-B7EE6E5DD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Multi-task learning</a:t>
            </a:r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4795682-94A2-7260-AEC3-B6963B73A6B1}"/>
              </a:ext>
            </a:extLst>
          </p:cNvPr>
          <p:cNvGrpSpPr/>
          <p:nvPr/>
        </p:nvGrpSpPr>
        <p:grpSpPr>
          <a:xfrm>
            <a:off x="1642786" y="2853824"/>
            <a:ext cx="822251" cy="1885507"/>
            <a:chOff x="2048540" y="1601972"/>
            <a:chExt cx="822251" cy="1885507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57C0C733-9151-3B43-98D4-FBD09DEEF1D0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884C62CD-E373-E577-2124-10978BA22C20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F2504857-F12A-0357-E011-625415893200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8D2F110D-CEB1-B4DF-3880-996A393AC002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655D105-5E49-8681-82B5-D19749A498D0}"/>
              </a:ext>
            </a:extLst>
          </p:cNvPr>
          <p:cNvSpPr txBox="1"/>
          <p:nvPr/>
        </p:nvSpPr>
        <p:spPr>
          <a:xfrm>
            <a:off x="494470" y="3380246"/>
            <a:ext cx="47160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dirty="0"/>
              <a:t>x</a:t>
            </a:r>
            <a:endParaRPr lang="ko-KR" altLang="en-US" sz="4800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45760D3E-9149-1DF1-3567-12ACE112E3EA}"/>
              </a:ext>
            </a:extLst>
          </p:cNvPr>
          <p:cNvCxnSpPr>
            <a:stCxn id="9" idx="3"/>
            <a:endCxn id="5" idx="1"/>
          </p:cNvCxnSpPr>
          <p:nvPr/>
        </p:nvCxnSpPr>
        <p:spPr>
          <a:xfrm>
            <a:off x="966074" y="3795745"/>
            <a:ext cx="676712" cy="8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FEA0596-9AC5-8F23-3124-DC211939714F}"/>
              </a:ext>
            </a:extLst>
          </p:cNvPr>
          <p:cNvGrpSpPr/>
          <p:nvPr/>
        </p:nvGrpSpPr>
        <p:grpSpPr>
          <a:xfrm>
            <a:off x="2803148" y="2853824"/>
            <a:ext cx="822251" cy="1885507"/>
            <a:chOff x="2048540" y="1601972"/>
            <a:chExt cx="822251" cy="1885507"/>
          </a:xfrm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6EFD9412-7765-B08E-C61B-F844818E2A89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DF83744A-AE17-6A34-0D78-74ADB87F0FE5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630ADB49-0F46-8860-EFF5-7B8FD4E296F4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87597225-AA0D-BCEB-42F5-07751C52AEB7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1DCEE54-1ADC-743C-3A6F-2B210856329A}"/>
              </a:ext>
            </a:extLst>
          </p:cNvPr>
          <p:cNvGrpSpPr/>
          <p:nvPr/>
        </p:nvGrpSpPr>
        <p:grpSpPr>
          <a:xfrm>
            <a:off x="4566740" y="2852991"/>
            <a:ext cx="822251" cy="1885507"/>
            <a:chOff x="2048540" y="1601972"/>
            <a:chExt cx="822251" cy="1885507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67FDF8A8-C5F5-D10D-4A10-AECAC833A49A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9A9A55B0-FD68-24C9-EB91-0C8ED0E0A50C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0C238B4-43CD-F0AB-6757-69898734DC96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E6E6ED37-CF11-F63B-E0F4-766C676C942F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42FAD334-02AD-5B34-93B8-CE6227B2DAF1}"/>
              </a:ext>
            </a:extLst>
          </p:cNvPr>
          <p:cNvGrpSpPr/>
          <p:nvPr/>
        </p:nvGrpSpPr>
        <p:grpSpPr>
          <a:xfrm>
            <a:off x="5727102" y="2852991"/>
            <a:ext cx="822251" cy="1885507"/>
            <a:chOff x="2048540" y="1601972"/>
            <a:chExt cx="822251" cy="1885507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46C44CBA-D6D8-8404-6F66-21CE22BF9FA0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D3D41075-5EF7-93CF-34FD-5BD375957494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3BE19BD1-A2BA-D603-6572-BA6BD4C96E8F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ACE4106F-0B82-E02B-CE75-22D8477E634E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D4DEA0D7-9E13-6851-F6DB-B78C95B3C063}"/>
              </a:ext>
            </a:extLst>
          </p:cNvPr>
          <p:cNvGrpSpPr/>
          <p:nvPr/>
        </p:nvGrpSpPr>
        <p:grpSpPr>
          <a:xfrm>
            <a:off x="7490694" y="2845070"/>
            <a:ext cx="822251" cy="1885507"/>
            <a:chOff x="2048540" y="1601972"/>
            <a:chExt cx="822251" cy="1885507"/>
          </a:xfrm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05FCE6F0-A65F-293D-3CAA-B7DDCAE514CF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44B31AC0-BBE3-2804-0715-E40260672DF7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DA64BFFC-6224-7CC3-A7E6-EF9DB639FD68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27E34224-3E27-4020-649D-5A945B389638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992BE33B-55D5-624C-07AA-D8FCCE879BDE}"/>
              </a:ext>
            </a:extLst>
          </p:cNvPr>
          <p:cNvGrpSpPr/>
          <p:nvPr/>
        </p:nvGrpSpPr>
        <p:grpSpPr>
          <a:xfrm>
            <a:off x="8651056" y="2845070"/>
            <a:ext cx="822251" cy="1885507"/>
            <a:chOff x="2048540" y="1601972"/>
            <a:chExt cx="822251" cy="1885507"/>
          </a:xfrm>
        </p:grpSpPr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4411F209-1889-6138-44DE-D6BC3B2FEA85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BFF2740E-17DA-708D-7353-B387B1209F52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5E9B0915-BFFA-609A-CFA4-EBF2767F0FFB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39D30A7C-A0BE-207E-BDC6-27C502BB1737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44D5BD42-6CFC-EB3A-1B34-8E30C8CEB817}"/>
              </a:ext>
            </a:extLst>
          </p:cNvPr>
          <p:cNvCxnSpPr>
            <a:cxnSpLocks/>
            <a:stCxn id="12" idx="3"/>
            <a:endCxn id="17" idx="1"/>
          </p:cNvCxnSpPr>
          <p:nvPr/>
        </p:nvCxnSpPr>
        <p:spPr>
          <a:xfrm flipV="1">
            <a:off x="3625399" y="3795745"/>
            <a:ext cx="941341" cy="8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DDBEB054-C752-DC9F-146D-E621863D6E86}"/>
              </a:ext>
            </a:extLst>
          </p:cNvPr>
          <p:cNvCxnSpPr>
            <a:cxnSpLocks/>
            <a:stCxn id="22" idx="3"/>
            <a:endCxn id="27" idx="1"/>
          </p:cNvCxnSpPr>
          <p:nvPr/>
        </p:nvCxnSpPr>
        <p:spPr>
          <a:xfrm flipV="1">
            <a:off x="6549353" y="3787824"/>
            <a:ext cx="941341" cy="79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33AB67B5-B2B1-AA13-D713-7BC8A1B8FAA9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9473307" y="3787824"/>
            <a:ext cx="1359553" cy="79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CA6E46C-5A5A-D8D4-13BA-805C12DEBEA2}"/>
              </a:ext>
            </a:extLst>
          </p:cNvPr>
          <p:cNvSpPr txBox="1"/>
          <p:nvPr/>
        </p:nvSpPr>
        <p:spPr>
          <a:xfrm>
            <a:off x="-90687" y="4282509"/>
            <a:ext cx="16700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Input</a:t>
            </a:r>
            <a:r>
              <a:rPr lang="ko-KR" altLang="en-US" sz="2000" dirty="0"/>
              <a:t> </a:t>
            </a:r>
            <a:r>
              <a:rPr lang="en-US" altLang="ko-KR" sz="2000" dirty="0"/>
              <a:t>layer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29B5B0F-78E1-21B6-2B2B-3B25419CC3D3}"/>
              </a:ext>
            </a:extLst>
          </p:cNvPr>
          <p:cNvSpPr txBox="1"/>
          <p:nvPr/>
        </p:nvSpPr>
        <p:spPr>
          <a:xfrm>
            <a:off x="10389473" y="4802293"/>
            <a:ext cx="16700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Output</a:t>
            </a:r>
            <a:r>
              <a:rPr lang="ko-KR" altLang="en-US" sz="2000" dirty="0"/>
              <a:t> </a:t>
            </a:r>
            <a:r>
              <a:rPr lang="en-US" altLang="ko-KR" sz="2000" dirty="0"/>
              <a:t>layer</a:t>
            </a:r>
            <a:endParaRPr lang="ko-KR" altLang="en-US" sz="2000" dirty="0"/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87AC414A-7141-4CBF-86B4-954F01495EB5}"/>
              </a:ext>
            </a:extLst>
          </p:cNvPr>
          <p:cNvGrpSpPr/>
          <p:nvPr/>
        </p:nvGrpSpPr>
        <p:grpSpPr>
          <a:xfrm>
            <a:off x="10832860" y="2852990"/>
            <a:ext cx="822251" cy="1885507"/>
            <a:chOff x="2048540" y="1601972"/>
            <a:chExt cx="822251" cy="1885507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BFE17826-72D9-A494-90DA-15CF739758A8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E3015851-411A-7BAD-3D9C-4AC970914ABC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DBB3F5E3-C43B-18FB-ED39-D61F41B084F4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F4714EF9-DAD2-2117-A771-6FE34B13B85D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B14B512D-8351-58F5-DF50-0D233F5BCAB6}"/>
              </a:ext>
            </a:extLst>
          </p:cNvPr>
          <p:cNvSpPr txBox="1"/>
          <p:nvPr/>
        </p:nvSpPr>
        <p:spPr>
          <a:xfrm>
            <a:off x="1795184" y="5368398"/>
            <a:ext cx="10103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/>
              <a:t>신약 개발 과정에서 고려해야 하는 정보 함께 예측</a:t>
            </a:r>
            <a:r>
              <a:rPr lang="en-US" altLang="ko-KR" sz="2000" dirty="0"/>
              <a:t>: </a:t>
            </a:r>
            <a:r>
              <a:rPr lang="ko-KR" altLang="en-US" sz="2000" dirty="0">
                <a:solidFill>
                  <a:srgbClr val="FF0000"/>
                </a:solidFill>
              </a:rPr>
              <a:t>대사</a:t>
            </a:r>
            <a:r>
              <a:rPr lang="en-US" altLang="ko-KR" sz="2000" dirty="0"/>
              <a:t>, </a:t>
            </a:r>
            <a:r>
              <a:rPr lang="ko-KR" altLang="en-US" sz="2000" dirty="0">
                <a:solidFill>
                  <a:srgbClr val="00B050"/>
                </a:solidFill>
              </a:rPr>
              <a:t>약효</a:t>
            </a:r>
            <a:r>
              <a:rPr lang="en-US" altLang="ko-KR" sz="2000" dirty="0"/>
              <a:t>, </a:t>
            </a:r>
            <a:r>
              <a:rPr lang="ko-KR" altLang="en-US" sz="2000" dirty="0">
                <a:solidFill>
                  <a:srgbClr val="0070C0"/>
                </a:solidFill>
              </a:rPr>
              <a:t>독성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337AA84-2FB3-DC04-0A20-C571E8BD9E99}"/>
              </a:ext>
            </a:extLst>
          </p:cNvPr>
          <p:cNvSpPr txBox="1"/>
          <p:nvPr/>
        </p:nvSpPr>
        <p:spPr>
          <a:xfrm>
            <a:off x="7484791" y="2251569"/>
            <a:ext cx="441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Neural network 1</a:t>
            </a:r>
            <a:r>
              <a:rPr lang="ko-KR" altLang="en-US" dirty="0"/>
              <a:t>개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여러 개 </a:t>
            </a:r>
            <a:r>
              <a:rPr lang="en-US" altLang="ko-KR" dirty="0">
                <a:sym typeface="Wingdings" panose="05000000000000000000" pitchFamily="2" charset="2"/>
              </a:rPr>
              <a:t>output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117692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그림 49">
            <a:extLst>
              <a:ext uri="{FF2B5EF4-FFF2-40B4-BE49-F238E27FC236}">
                <a16:creationId xmlns:a16="http://schemas.microsoft.com/office/drawing/2014/main" id="{420B145F-1F3A-CEAD-AFC0-9542BCE57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B08883A-D7BE-955B-264E-C9AB7818F398}"/>
              </a:ext>
            </a:extLst>
          </p:cNvPr>
          <p:cNvSpPr txBox="1"/>
          <p:nvPr/>
        </p:nvSpPr>
        <p:spPr>
          <a:xfrm>
            <a:off x="5720646" y="201097"/>
            <a:ext cx="4413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Classification (box</a:t>
            </a:r>
            <a:r>
              <a:rPr lang="ko-KR" altLang="en-US" dirty="0"/>
              <a:t>안에 있는 이미지 분류</a:t>
            </a:r>
            <a:r>
              <a:rPr lang="en-US" altLang="ko-KR" dirty="0"/>
              <a:t>)</a:t>
            </a:r>
          </a:p>
          <a:p>
            <a:pPr algn="ctr"/>
            <a:r>
              <a:rPr lang="en-US" altLang="ko-KR" dirty="0"/>
              <a:t>Regression</a:t>
            </a:r>
            <a:r>
              <a:rPr lang="ko-KR" altLang="en-US" dirty="0"/>
              <a:t> </a:t>
            </a:r>
            <a:r>
              <a:rPr lang="en-US" altLang="ko-KR" dirty="0"/>
              <a:t>(Box </a:t>
            </a:r>
            <a:r>
              <a:rPr lang="ko-KR" altLang="en-US" dirty="0"/>
              <a:t>위치</a:t>
            </a:r>
            <a:r>
              <a:rPr lang="en-US" altLang="ko-KR" dirty="0"/>
              <a:t>: 1</a:t>
            </a:r>
            <a:r>
              <a:rPr lang="ko-KR" altLang="en-US" dirty="0"/>
              <a:t>번 좌표</a:t>
            </a:r>
            <a:r>
              <a:rPr lang="en-US" altLang="ko-KR" dirty="0"/>
              <a:t>, 2</a:t>
            </a:r>
            <a:r>
              <a:rPr lang="ko-KR" altLang="en-US" dirty="0"/>
              <a:t>번 좌표</a:t>
            </a:r>
            <a:r>
              <a:rPr lang="en-US" altLang="ko-KR" dirty="0"/>
              <a:t>)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9BF8624E-3DBA-E245-F7C9-156EE0C231E1}"/>
              </a:ext>
            </a:extLst>
          </p:cNvPr>
          <p:cNvSpPr/>
          <p:nvPr/>
        </p:nvSpPr>
        <p:spPr>
          <a:xfrm>
            <a:off x="9809017" y="1209964"/>
            <a:ext cx="230909" cy="23090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1</a:t>
            </a:r>
            <a:endParaRPr lang="ko-KR" altLang="en-US" sz="1200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EF0F65D1-2C65-AA82-0762-4289FE6B2CF8}"/>
              </a:ext>
            </a:extLst>
          </p:cNvPr>
          <p:cNvSpPr/>
          <p:nvPr/>
        </p:nvSpPr>
        <p:spPr>
          <a:xfrm>
            <a:off x="11124045" y="3364346"/>
            <a:ext cx="230909" cy="23090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2</a:t>
            </a:r>
            <a:endParaRPr lang="ko-KR" altLang="en-US" sz="12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73D47102-903F-4D50-06F8-7E12FB16D2FA}"/>
              </a:ext>
            </a:extLst>
          </p:cNvPr>
          <p:cNvCxnSpPr>
            <a:endCxn id="10" idx="2"/>
          </p:cNvCxnSpPr>
          <p:nvPr/>
        </p:nvCxnSpPr>
        <p:spPr>
          <a:xfrm>
            <a:off x="7943273" y="858982"/>
            <a:ext cx="1865744" cy="4664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58B48E59-23EA-32B3-E338-CDF2EE03C2E3}"/>
              </a:ext>
            </a:extLst>
          </p:cNvPr>
          <p:cNvCxnSpPr>
            <a:cxnSpLocks/>
            <a:stCxn id="9" idx="2"/>
            <a:endCxn id="11" idx="2"/>
          </p:cNvCxnSpPr>
          <p:nvPr/>
        </p:nvCxnSpPr>
        <p:spPr>
          <a:xfrm>
            <a:off x="7927584" y="847428"/>
            <a:ext cx="3196461" cy="26323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E8DE65E8-09BD-9755-D290-212E83900848}"/>
              </a:ext>
            </a:extLst>
          </p:cNvPr>
          <p:cNvGrpSpPr/>
          <p:nvPr/>
        </p:nvGrpSpPr>
        <p:grpSpPr>
          <a:xfrm>
            <a:off x="11323136" y="101601"/>
            <a:ext cx="822251" cy="1885507"/>
            <a:chOff x="2048540" y="1601972"/>
            <a:chExt cx="822251" cy="1885507"/>
          </a:xfrm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4DE27C64-F297-3C62-5327-3C0EFAC59B82}"/>
                </a:ext>
              </a:extLst>
            </p:cNvPr>
            <p:cNvSpPr/>
            <p:nvPr/>
          </p:nvSpPr>
          <p:spPr>
            <a:xfrm>
              <a:off x="2048540" y="1601972"/>
              <a:ext cx="822251" cy="18855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49D3CA57-89CB-78DD-5DE3-ED24CF212BC3}"/>
                </a:ext>
              </a:extLst>
            </p:cNvPr>
            <p:cNvSpPr/>
            <p:nvPr/>
          </p:nvSpPr>
          <p:spPr>
            <a:xfrm>
              <a:off x="2200939" y="1665768"/>
              <a:ext cx="517451" cy="517451"/>
            </a:xfrm>
            <a:prstGeom prst="ellips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22F722BF-10F8-E3F3-E17B-374CA9BD41D3}"/>
                </a:ext>
              </a:extLst>
            </p:cNvPr>
            <p:cNvSpPr/>
            <p:nvPr/>
          </p:nvSpPr>
          <p:spPr>
            <a:xfrm>
              <a:off x="2200939" y="2247015"/>
              <a:ext cx="517451" cy="517451"/>
            </a:xfrm>
            <a:prstGeom prst="ellips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E59EEF57-37CA-3742-B495-678C604EA49E}"/>
                </a:ext>
              </a:extLst>
            </p:cNvPr>
            <p:cNvSpPr/>
            <p:nvPr/>
          </p:nvSpPr>
          <p:spPr>
            <a:xfrm>
              <a:off x="2200938" y="2867247"/>
              <a:ext cx="517451" cy="517451"/>
            </a:xfrm>
            <a:prstGeom prst="ellipse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2" name="제목 1">
            <a:extLst>
              <a:ext uri="{FF2B5EF4-FFF2-40B4-BE49-F238E27FC236}">
                <a16:creationId xmlns:a16="http://schemas.microsoft.com/office/drawing/2014/main" id="{962FB2BD-55DD-450F-0808-D96CE15C6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015" y="201097"/>
            <a:ext cx="4880986" cy="1350612"/>
          </a:xfrm>
        </p:spPr>
        <p:txBody>
          <a:bodyPr anchor="t"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en-US" altLang="ko-KR" sz="3200" dirty="0"/>
              <a:t>Multi-task learning example</a:t>
            </a:r>
            <a:br>
              <a:rPr lang="en-US" altLang="ko-KR" sz="3200" dirty="0"/>
            </a:br>
            <a:r>
              <a:rPr lang="en-US" altLang="ko-KR" sz="3200" dirty="0"/>
              <a:t>object detection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061284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1076</Words>
  <Application>Microsoft Office PowerPoint</Application>
  <PresentationFormat>와이드스크린</PresentationFormat>
  <Paragraphs>255</Paragraphs>
  <Slides>30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맑은 고딕</vt:lpstr>
      <vt:lpstr>Arial</vt:lpstr>
      <vt:lpstr>Cambria Math</vt:lpstr>
      <vt:lpstr>Wingdings</vt:lpstr>
      <vt:lpstr>Office 테마</vt:lpstr>
      <vt:lpstr>인공신경망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Gradient descent (linear regression)</vt:lpstr>
      <vt:lpstr>Gradient descent for logistic regression</vt:lpstr>
      <vt:lpstr>PowerPoint 프레젠테이션</vt:lpstr>
      <vt:lpstr>PowerPoint 프레젠테이션</vt:lpstr>
      <vt:lpstr>Vanishing gradient (gradient 소실)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Multi-task learning</vt:lpstr>
      <vt:lpstr>Multi-task learning example object detection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SHIN HYUN KIL</dc:creator>
  <cp:lastModifiedBy>DS</cp:lastModifiedBy>
  <cp:revision>2</cp:revision>
  <dcterms:created xsi:type="dcterms:W3CDTF">2026-04-09T12:56:49Z</dcterms:created>
  <dcterms:modified xsi:type="dcterms:W3CDTF">2026-04-14T03:44:42Z</dcterms:modified>
</cp:coreProperties>
</file>